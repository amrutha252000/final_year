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8"/>
  </p:notesMasterIdLst>
  <p:handoutMasterIdLst>
    <p:handoutMasterId r:id="rId19"/>
  </p:handoutMasterIdLst>
  <p:sldIdLst>
    <p:sldId id="256" r:id="rId2"/>
    <p:sldId id="257" r:id="rId3"/>
    <p:sldId id="258" r:id="rId4"/>
    <p:sldId id="291" r:id="rId5"/>
    <p:sldId id="269" r:id="rId6"/>
    <p:sldId id="297" r:id="rId7"/>
    <p:sldId id="290" r:id="rId8"/>
    <p:sldId id="270" r:id="rId9"/>
    <p:sldId id="292" r:id="rId10"/>
    <p:sldId id="293" r:id="rId11"/>
    <p:sldId id="287" r:id="rId12"/>
    <p:sldId id="295" r:id="rId13"/>
    <p:sldId id="296" r:id="rId14"/>
    <p:sldId id="298" r:id="rId15"/>
    <p:sldId id="288" r:id="rId16"/>
    <p:sldId id="265"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66" d="100"/>
          <a:sy n="66" d="100"/>
        </p:scale>
        <p:origin x="1280"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anuja kunati" userId="d3e57c6f090bf7bd" providerId="LiveId" clId="{DC694301-4E17-4D19-A96C-C02661348639}"/>
    <pc:docChg chg="undo custSel addSld delSld modSld">
      <pc:chgData name="thanuja kunati" userId="d3e57c6f090bf7bd" providerId="LiveId" clId="{DC694301-4E17-4D19-A96C-C02661348639}" dt="2022-06-14T15:52:05.539" v="1224" actId="20577"/>
      <pc:docMkLst>
        <pc:docMk/>
      </pc:docMkLst>
      <pc:sldChg chg="modSp mod">
        <pc:chgData name="thanuja kunati" userId="d3e57c6f090bf7bd" providerId="LiveId" clId="{DC694301-4E17-4D19-A96C-C02661348639}" dt="2022-06-14T08:34:07.673" v="939" actId="207"/>
        <pc:sldMkLst>
          <pc:docMk/>
          <pc:sldMk cId="0" sldId="256"/>
        </pc:sldMkLst>
        <pc:spChg chg="mod">
          <ac:chgData name="thanuja kunati" userId="d3e57c6f090bf7bd" providerId="LiveId" clId="{DC694301-4E17-4D19-A96C-C02661348639}" dt="2022-06-14T08:34:07.673" v="939" actId="207"/>
          <ac:spMkLst>
            <pc:docMk/>
            <pc:sldMk cId="0" sldId="256"/>
            <ac:spMk id="3" creationId="{00000000-0000-0000-0000-000000000000}"/>
          </ac:spMkLst>
        </pc:spChg>
        <pc:spChg chg="mod">
          <ac:chgData name="thanuja kunati" userId="d3e57c6f090bf7bd" providerId="LiveId" clId="{DC694301-4E17-4D19-A96C-C02661348639}" dt="2022-06-14T07:32:21.655" v="512" actId="14100"/>
          <ac:spMkLst>
            <pc:docMk/>
            <pc:sldMk cId="0" sldId="256"/>
            <ac:spMk id="4" creationId="{00000000-0000-0000-0000-000000000000}"/>
          </ac:spMkLst>
        </pc:spChg>
        <pc:spChg chg="mod">
          <ac:chgData name="thanuja kunati" userId="d3e57c6f090bf7bd" providerId="LiveId" clId="{DC694301-4E17-4D19-A96C-C02661348639}" dt="2022-06-14T08:33:56.278" v="937" actId="207"/>
          <ac:spMkLst>
            <pc:docMk/>
            <pc:sldMk cId="0" sldId="256"/>
            <ac:spMk id="5" creationId="{00000000-0000-0000-0000-000000000000}"/>
          </ac:spMkLst>
        </pc:spChg>
      </pc:sldChg>
      <pc:sldChg chg="modSp mod">
        <pc:chgData name="thanuja kunati" userId="d3e57c6f090bf7bd" providerId="LiveId" clId="{DC694301-4E17-4D19-A96C-C02661348639}" dt="2022-06-14T07:34:00.236" v="522" actId="14100"/>
        <pc:sldMkLst>
          <pc:docMk/>
          <pc:sldMk cId="0" sldId="257"/>
        </pc:sldMkLst>
        <pc:spChg chg="mod">
          <ac:chgData name="thanuja kunati" userId="d3e57c6f090bf7bd" providerId="LiveId" clId="{DC694301-4E17-4D19-A96C-C02661348639}" dt="2022-06-14T07:33:43.569" v="519" actId="14100"/>
          <ac:spMkLst>
            <pc:docMk/>
            <pc:sldMk cId="0" sldId="257"/>
            <ac:spMk id="2" creationId="{00000000-0000-0000-0000-000000000000}"/>
          </ac:spMkLst>
        </pc:spChg>
        <pc:spChg chg="mod">
          <ac:chgData name="thanuja kunati" userId="d3e57c6f090bf7bd" providerId="LiveId" clId="{DC694301-4E17-4D19-A96C-C02661348639}" dt="2022-06-14T07:34:00.236" v="522" actId="14100"/>
          <ac:spMkLst>
            <pc:docMk/>
            <pc:sldMk cId="0" sldId="257"/>
            <ac:spMk id="3" creationId="{00000000-0000-0000-0000-000000000000}"/>
          </ac:spMkLst>
        </pc:spChg>
        <pc:spChg chg="mod">
          <ac:chgData name="thanuja kunati" userId="d3e57c6f090bf7bd" providerId="LiveId" clId="{DC694301-4E17-4D19-A96C-C02661348639}" dt="2022-06-14T07:33:32.301" v="518" actId="20577"/>
          <ac:spMkLst>
            <pc:docMk/>
            <pc:sldMk cId="0" sldId="257"/>
            <ac:spMk id="5" creationId="{00000000-0000-0000-0000-000000000000}"/>
          </ac:spMkLst>
        </pc:spChg>
      </pc:sldChg>
      <pc:sldChg chg="modSp mod">
        <pc:chgData name="thanuja kunati" userId="d3e57c6f090bf7bd" providerId="LiveId" clId="{DC694301-4E17-4D19-A96C-C02661348639}" dt="2022-06-14T07:34:24.832" v="530" actId="20577"/>
        <pc:sldMkLst>
          <pc:docMk/>
          <pc:sldMk cId="0" sldId="258"/>
        </pc:sldMkLst>
        <pc:spChg chg="mod">
          <ac:chgData name="thanuja kunati" userId="d3e57c6f090bf7bd" providerId="LiveId" clId="{DC694301-4E17-4D19-A96C-C02661348639}" dt="2022-06-14T07:34:24.832" v="530" actId="20577"/>
          <ac:spMkLst>
            <pc:docMk/>
            <pc:sldMk cId="0" sldId="258"/>
            <ac:spMk id="5" creationId="{00000000-0000-0000-0000-000000000000}"/>
          </ac:spMkLst>
        </pc:spChg>
      </pc:sldChg>
      <pc:sldChg chg="modSp mod">
        <pc:chgData name="thanuja kunati" userId="d3e57c6f090bf7bd" providerId="LiveId" clId="{DC694301-4E17-4D19-A96C-C02661348639}" dt="2022-06-14T07:42:44.101" v="759" actId="20577"/>
        <pc:sldMkLst>
          <pc:docMk/>
          <pc:sldMk cId="0" sldId="265"/>
        </pc:sldMkLst>
        <pc:spChg chg="mod">
          <ac:chgData name="thanuja kunati" userId="d3e57c6f090bf7bd" providerId="LiveId" clId="{DC694301-4E17-4D19-A96C-C02661348639}" dt="2022-06-14T07:42:44.101" v="759" actId="20577"/>
          <ac:spMkLst>
            <pc:docMk/>
            <pc:sldMk cId="0" sldId="265"/>
            <ac:spMk id="5" creationId="{00000000-0000-0000-0000-000000000000}"/>
          </ac:spMkLst>
        </pc:spChg>
      </pc:sldChg>
      <pc:sldChg chg="del">
        <pc:chgData name="thanuja kunati" userId="d3e57c6f090bf7bd" providerId="LiveId" clId="{DC694301-4E17-4D19-A96C-C02661348639}" dt="2022-06-14T07:43:23.671" v="760" actId="2696"/>
        <pc:sldMkLst>
          <pc:docMk/>
          <pc:sldMk cId="0" sldId="266"/>
        </pc:sldMkLst>
      </pc:sldChg>
      <pc:sldChg chg="modSp mod">
        <pc:chgData name="thanuja kunati" userId="d3e57c6f090bf7bd" providerId="LiveId" clId="{DC694301-4E17-4D19-A96C-C02661348639}" dt="2022-06-14T07:46:07.056" v="769" actId="113"/>
        <pc:sldMkLst>
          <pc:docMk/>
          <pc:sldMk cId="1134208367" sldId="269"/>
        </pc:sldMkLst>
        <pc:spChg chg="mod">
          <ac:chgData name="thanuja kunati" userId="d3e57c6f090bf7bd" providerId="LiveId" clId="{DC694301-4E17-4D19-A96C-C02661348639}" dt="2022-06-14T07:36:28.470" v="577" actId="14100"/>
          <ac:spMkLst>
            <pc:docMk/>
            <pc:sldMk cId="1134208367" sldId="269"/>
            <ac:spMk id="2" creationId="{F510995C-747C-4D6C-B2C3-01FDFFA249DA}"/>
          </ac:spMkLst>
        </pc:spChg>
        <pc:spChg chg="mod">
          <ac:chgData name="thanuja kunati" userId="d3e57c6f090bf7bd" providerId="LiveId" clId="{DC694301-4E17-4D19-A96C-C02661348639}" dt="2022-06-14T07:40:08.254" v="694" actId="20577"/>
          <ac:spMkLst>
            <pc:docMk/>
            <pc:sldMk cId="1134208367" sldId="269"/>
            <ac:spMk id="3" creationId="{C42B88BF-C811-4EE3-A6AC-86DF3C3C9F3E}"/>
          </ac:spMkLst>
        </pc:spChg>
        <pc:spChg chg="mod">
          <ac:chgData name="thanuja kunati" userId="d3e57c6f090bf7bd" providerId="LiveId" clId="{DC694301-4E17-4D19-A96C-C02661348639}" dt="2022-06-14T07:46:07.056" v="769" actId="113"/>
          <ac:spMkLst>
            <pc:docMk/>
            <pc:sldMk cId="1134208367" sldId="269"/>
            <ac:spMk id="6" creationId="{00000000-0000-0000-0000-000000000000}"/>
          </ac:spMkLst>
        </pc:spChg>
      </pc:sldChg>
      <pc:sldChg chg="modSp mod">
        <pc:chgData name="thanuja kunati" userId="d3e57c6f090bf7bd" providerId="LiveId" clId="{DC694301-4E17-4D19-A96C-C02661348639}" dt="2022-06-14T07:40:52.337" v="711" actId="20577"/>
        <pc:sldMkLst>
          <pc:docMk/>
          <pc:sldMk cId="2367994688" sldId="270"/>
        </pc:sldMkLst>
        <pc:spChg chg="mod">
          <ac:chgData name="thanuja kunati" userId="d3e57c6f090bf7bd" providerId="LiveId" clId="{DC694301-4E17-4D19-A96C-C02661348639}" dt="2022-06-14T07:15:54.668" v="66" actId="14100"/>
          <ac:spMkLst>
            <pc:docMk/>
            <pc:sldMk cId="2367994688" sldId="270"/>
            <ac:spMk id="2" creationId="{5C4B2507-92D0-4DFA-A648-287DED3CFC9E}"/>
          </ac:spMkLst>
        </pc:spChg>
        <pc:spChg chg="mod">
          <ac:chgData name="thanuja kunati" userId="d3e57c6f090bf7bd" providerId="LiveId" clId="{DC694301-4E17-4D19-A96C-C02661348639}" dt="2022-06-14T07:40:52.337" v="711" actId="20577"/>
          <ac:spMkLst>
            <pc:docMk/>
            <pc:sldMk cId="2367994688" sldId="270"/>
            <ac:spMk id="3" creationId="{67DBEA45-67F9-40E0-A709-05CD33403D45}"/>
          </ac:spMkLst>
        </pc:spChg>
        <pc:spChg chg="mod">
          <ac:chgData name="thanuja kunati" userId="d3e57c6f090bf7bd" providerId="LiveId" clId="{DC694301-4E17-4D19-A96C-C02661348639}" dt="2022-06-14T07:16:08.330" v="68" actId="255"/>
          <ac:spMkLst>
            <pc:docMk/>
            <pc:sldMk cId="2367994688" sldId="270"/>
            <ac:spMk id="5" creationId="{92EEAC95-09B8-42BD-8E3A-225A2A7378D1}"/>
          </ac:spMkLst>
        </pc:spChg>
      </pc:sldChg>
      <pc:sldChg chg="modSp mod">
        <pc:chgData name="thanuja kunati" userId="d3e57c6f090bf7bd" providerId="LiveId" clId="{DC694301-4E17-4D19-A96C-C02661348639}" dt="2022-06-14T07:42:07.214" v="743" actId="20577"/>
        <pc:sldMkLst>
          <pc:docMk/>
          <pc:sldMk cId="4063556757" sldId="287"/>
        </pc:sldMkLst>
        <pc:spChg chg="mod">
          <ac:chgData name="thanuja kunati" userId="d3e57c6f090bf7bd" providerId="LiveId" clId="{DC694301-4E17-4D19-A96C-C02661348639}" dt="2022-06-14T07:42:07.214" v="743" actId="20577"/>
          <ac:spMkLst>
            <pc:docMk/>
            <pc:sldMk cId="4063556757" sldId="287"/>
            <ac:spMk id="3" creationId="{F9E43119-FA77-4C42-A38C-64C6211B910D}"/>
          </ac:spMkLst>
        </pc:spChg>
        <pc:spChg chg="mod">
          <ac:chgData name="thanuja kunati" userId="d3e57c6f090bf7bd" providerId="LiveId" clId="{DC694301-4E17-4D19-A96C-C02661348639}" dt="2022-06-14T07:16:43.671" v="70" actId="255"/>
          <ac:spMkLst>
            <pc:docMk/>
            <pc:sldMk cId="4063556757" sldId="287"/>
            <ac:spMk id="9" creationId="{00000000-0000-0000-0000-000000000000}"/>
          </ac:spMkLst>
        </pc:spChg>
      </pc:sldChg>
      <pc:sldChg chg="modSp mod">
        <pc:chgData name="thanuja kunati" userId="d3e57c6f090bf7bd" providerId="LiveId" clId="{DC694301-4E17-4D19-A96C-C02661348639}" dt="2022-06-14T07:42:27.121" v="751" actId="20577"/>
        <pc:sldMkLst>
          <pc:docMk/>
          <pc:sldMk cId="4063556757" sldId="288"/>
        </pc:sldMkLst>
        <pc:spChg chg="mod">
          <ac:chgData name="thanuja kunati" userId="d3e57c6f090bf7bd" providerId="LiveId" clId="{DC694301-4E17-4D19-A96C-C02661348639}" dt="2022-06-14T07:42:27.121" v="751" actId="20577"/>
          <ac:spMkLst>
            <pc:docMk/>
            <pc:sldMk cId="4063556757" sldId="288"/>
            <ac:spMk id="3" creationId="{F9E43119-FA77-4C42-A38C-64C6211B910D}"/>
          </ac:spMkLst>
        </pc:spChg>
      </pc:sldChg>
      <pc:sldChg chg="modSp mod">
        <pc:chgData name="thanuja kunati" userId="d3e57c6f090bf7bd" providerId="LiveId" clId="{DC694301-4E17-4D19-A96C-C02661348639}" dt="2022-06-14T07:40:27.404" v="702" actId="20577"/>
        <pc:sldMkLst>
          <pc:docMk/>
          <pc:sldMk cId="2367994688" sldId="290"/>
        </pc:sldMkLst>
        <pc:spChg chg="mod">
          <ac:chgData name="thanuja kunati" userId="d3e57c6f090bf7bd" providerId="LiveId" clId="{DC694301-4E17-4D19-A96C-C02661348639}" dt="2022-06-14T07:15:39.101" v="64" actId="14100"/>
          <ac:spMkLst>
            <pc:docMk/>
            <pc:sldMk cId="2367994688" sldId="290"/>
            <ac:spMk id="2" creationId="{5C4B2507-92D0-4DFA-A648-287DED3CFC9E}"/>
          </ac:spMkLst>
        </pc:spChg>
        <pc:spChg chg="mod">
          <ac:chgData name="thanuja kunati" userId="d3e57c6f090bf7bd" providerId="LiveId" clId="{DC694301-4E17-4D19-A96C-C02661348639}" dt="2022-06-14T07:40:27.404" v="702" actId="20577"/>
          <ac:spMkLst>
            <pc:docMk/>
            <pc:sldMk cId="2367994688" sldId="290"/>
            <ac:spMk id="3" creationId="{67DBEA45-67F9-40E0-A709-05CD33403D45}"/>
          </ac:spMkLst>
        </pc:spChg>
        <pc:spChg chg="mod">
          <ac:chgData name="thanuja kunati" userId="d3e57c6f090bf7bd" providerId="LiveId" clId="{DC694301-4E17-4D19-A96C-C02661348639}" dt="2022-06-14T07:15:31.799" v="63" actId="27636"/>
          <ac:spMkLst>
            <pc:docMk/>
            <pc:sldMk cId="2367994688" sldId="290"/>
            <ac:spMk id="5" creationId="{92EEAC95-09B8-42BD-8E3A-225A2A7378D1}"/>
          </ac:spMkLst>
        </pc:spChg>
      </pc:sldChg>
      <pc:sldChg chg="modSp mod">
        <pc:chgData name="thanuja kunati" userId="d3e57c6f090bf7bd" providerId="LiveId" clId="{DC694301-4E17-4D19-A96C-C02661348639}" dt="2022-06-14T15:52:05.539" v="1224" actId="20577"/>
        <pc:sldMkLst>
          <pc:docMk/>
          <pc:sldMk cId="1459615273" sldId="291"/>
        </pc:sldMkLst>
        <pc:spChg chg="mod">
          <ac:chgData name="thanuja kunati" userId="d3e57c6f090bf7bd" providerId="LiveId" clId="{DC694301-4E17-4D19-A96C-C02661348639}" dt="2022-06-14T07:34:47.113" v="538" actId="20577"/>
          <ac:spMkLst>
            <pc:docMk/>
            <pc:sldMk cId="1459615273" sldId="291"/>
            <ac:spMk id="3" creationId="{304FF59E-5893-E1E4-FFDF-A88B4CBE7793}"/>
          </ac:spMkLst>
        </pc:spChg>
        <pc:spChg chg="mod">
          <ac:chgData name="thanuja kunati" userId="d3e57c6f090bf7bd" providerId="LiveId" clId="{DC694301-4E17-4D19-A96C-C02661348639}" dt="2022-06-14T15:52:05.539" v="1224" actId="20577"/>
          <ac:spMkLst>
            <pc:docMk/>
            <pc:sldMk cId="1459615273" sldId="291"/>
            <ac:spMk id="4" creationId="{ACC88DF9-4087-6D20-EC20-36BF2C47E70E}"/>
          </ac:spMkLst>
        </pc:spChg>
      </pc:sldChg>
      <pc:sldChg chg="addSp delSp modSp new mod">
        <pc:chgData name="thanuja kunati" userId="d3e57c6f090bf7bd" providerId="LiveId" clId="{DC694301-4E17-4D19-A96C-C02661348639}" dt="2022-06-14T07:41:16.665" v="719" actId="20577"/>
        <pc:sldMkLst>
          <pc:docMk/>
          <pc:sldMk cId="2849616707" sldId="292"/>
        </pc:sldMkLst>
        <pc:spChg chg="mod">
          <ac:chgData name="thanuja kunati" userId="d3e57c6f090bf7bd" providerId="LiveId" clId="{DC694301-4E17-4D19-A96C-C02661348639}" dt="2022-06-14T07:05:55.368" v="22" actId="14100"/>
          <ac:spMkLst>
            <pc:docMk/>
            <pc:sldMk cId="2849616707" sldId="292"/>
            <ac:spMk id="2" creationId="{7CBDBEC8-D960-92FD-D2CE-2CBC8DD80009}"/>
          </ac:spMkLst>
        </pc:spChg>
        <pc:spChg chg="mod">
          <ac:chgData name="thanuja kunati" userId="d3e57c6f090bf7bd" providerId="LiveId" clId="{DC694301-4E17-4D19-A96C-C02661348639}" dt="2022-06-14T07:41:16.665" v="719" actId="20577"/>
          <ac:spMkLst>
            <pc:docMk/>
            <pc:sldMk cId="2849616707" sldId="292"/>
            <ac:spMk id="3" creationId="{825AE306-DEA2-A4C3-6BA5-8E666972B0E7}"/>
          </ac:spMkLst>
        </pc:spChg>
        <pc:spChg chg="del mod">
          <ac:chgData name="thanuja kunati" userId="d3e57c6f090bf7bd" providerId="LiveId" clId="{DC694301-4E17-4D19-A96C-C02661348639}" dt="2022-06-14T07:09:50.204" v="23"/>
          <ac:spMkLst>
            <pc:docMk/>
            <pc:sldMk cId="2849616707" sldId="292"/>
            <ac:spMk id="4" creationId="{1DE50A82-DDD5-18EE-F704-725527A6DEAE}"/>
          </ac:spMkLst>
        </pc:spChg>
        <pc:picChg chg="add mod">
          <ac:chgData name="thanuja kunati" userId="d3e57c6f090bf7bd" providerId="LiveId" clId="{DC694301-4E17-4D19-A96C-C02661348639}" dt="2022-06-14T07:11:09.601" v="32" actId="14100"/>
          <ac:picMkLst>
            <pc:docMk/>
            <pc:sldMk cId="2849616707" sldId="292"/>
            <ac:picMk id="5" creationId="{CB5535D8-7113-E453-1F9A-D9497CE894A5}"/>
          </ac:picMkLst>
        </pc:picChg>
      </pc:sldChg>
      <pc:sldChg chg="modSp new mod">
        <pc:chgData name="thanuja kunati" userId="d3e57c6f090bf7bd" providerId="LiveId" clId="{DC694301-4E17-4D19-A96C-C02661348639}" dt="2022-06-14T08:35:09.736" v="1139" actId="6549"/>
        <pc:sldMkLst>
          <pc:docMk/>
          <pc:sldMk cId="1832214045" sldId="293"/>
        </pc:sldMkLst>
        <pc:spChg chg="mod">
          <ac:chgData name="thanuja kunati" userId="d3e57c6f090bf7bd" providerId="LiveId" clId="{DC694301-4E17-4D19-A96C-C02661348639}" dt="2022-06-14T07:10:29.583" v="28" actId="14100"/>
          <ac:spMkLst>
            <pc:docMk/>
            <pc:sldMk cId="1832214045" sldId="293"/>
            <ac:spMk id="2" creationId="{1D08C12D-005A-5308-BC9E-8957F68E5117}"/>
          </ac:spMkLst>
        </pc:spChg>
        <pc:spChg chg="mod">
          <ac:chgData name="thanuja kunati" userId="d3e57c6f090bf7bd" providerId="LiveId" clId="{DC694301-4E17-4D19-A96C-C02661348639}" dt="2022-06-14T07:41:33.177" v="727" actId="20577"/>
          <ac:spMkLst>
            <pc:docMk/>
            <pc:sldMk cId="1832214045" sldId="293"/>
            <ac:spMk id="3" creationId="{44483C8D-8142-D203-6E99-D534E04AF3DB}"/>
          </ac:spMkLst>
        </pc:spChg>
        <pc:spChg chg="mod">
          <ac:chgData name="thanuja kunati" userId="d3e57c6f090bf7bd" providerId="LiveId" clId="{DC694301-4E17-4D19-A96C-C02661348639}" dt="2022-06-14T08:35:09.736" v="1139" actId="6549"/>
          <ac:spMkLst>
            <pc:docMk/>
            <pc:sldMk cId="1832214045" sldId="293"/>
            <ac:spMk id="4" creationId="{4A31CC69-0D92-6AC7-6326-69F61FF938C5}"/>
          </ac:spMkLst>
        </pc:spChg>
      </pc:sldChg>
      <pc:sldChg chg="addSp delSp modSp new del mod">
        <pc:chgData name="thanuja kunati" userId="d3e57c6f090bf7bd" providerId="LiveId" clId="{DC694301-4E17-4D19-A96C-C02661348639}" dt="2022-06-14T08:35:14.949" v="1140" actId="2696"/>
        <pc:sldMkLst>
          <pc:docMk/>
          <pc:sldMk cId="416016144" sldId="294"/>
        </pc:sldMkLst>
        <pc:spChg chg="mod">
          <ac:chgData name="thanuja kunati" userId="d3e57c6f090bf7bd" providerId="LiveId" clId="{DC694301-4E17-4D19-A96C-C02661348639}" dt="2022-06-14T07:12:24.378" v="44" actId="14100"/>
          <ac:spMkLst>
            <pc:docMk/>
            <pc:sldMk cId="416016144" sldId="294"/>
            <ac:spMk id="2" creationId="{26BFBDB8-4C17-200E-76DB-E977BFB77FDC}"/>
          </ac:spMkLst>
        </pc:spChg>
        <pc:spChg chg="mod">
          <ac:chgData name="thanuja kunati" userId="d3e57c6f090bf7bd" providerId="LiveId" clId="{DC694301-4E17-4D19-A96C-C02661348639}" dt="2022-06-14T07:41:51.717" v="735" actId="20577"/>
          <ac:spMkLst>
            <pc:docMk/>
            <pc:sldMk cId="416016144" sldId="294"/>
            <ac:spMk id="3" creationId="{216470E4-6C40-BBEF-7EBC-F91A841C3A32}"/>
          </ac:spMkLst>
        </pc:spChg>
        <pc:spChg chg="mod">
          <ac:chgData name="thanuja kunati" userId="d3e57c6f090bf7bd" providerId="LiveId" clId="{DC694301-4E17-4D19-A96C-C02661348639}" dt="2022-06-14T08:34:38.295" v="942" actId="21"/>
          <ac:spMkLst>
            <pc:docMk/>
            <pc:sldMk cId="416016144" sldId="294"/>
            <ac:spMk id="4" creationId="{B09C365A-0399-64C6-CCC5-B691563485BE}"/>
          </ac:spMkLst>
        </pc:spChg>
        <pc:spChg chg="add del">
          <ac:chgData name="thanuja kunati" userId="d3e57c6f090bf7bd" providerId="LiveId" clId="{DC694301-4E17-4D19-A96C-C02661348639}" dt="2022-06-14T07:12:19.893" v="42" actId="22"/>
          <ac:spMkLst>
            <pc:docMk/>
            <pc:sldMk cId="416016144" sldId="294"/>
            <ac:spMk id="6" creationId="{57709400-404F-ED1F-EFC9-5F408592B862}"/>
          </ac:spMkLst>
        </pc:spChg>
      </pc:sldChg>
      <pc:sldChg chg="addSp delSp modSp new mod">
        <pc:chgData name="thanuja kunati" userId="d3e57c6f090bf7bd" providerId="LiveId" clId="{DC694301-4E17-4D19-A96C-C02661348639}" dt="2022-06-14T08:36:19.901" v="1144" actId="1076"/>
        <pc:sldMkLst>
          <pc:docMk/>
          <pc:sldMk cId="809045171" sldId="295"/>
        </pc:sldMkLst>
        <pc:spChg chg="mod">
          <ac:chgData name="thanuja kunati" userId="d3e57c6f090bf7bd" providerId="LiveId" clId="{DC694301-4E17-4D19-A96C-C02661348639}" dt="2022-06-14T07:19:10.305" v="86" actId="14100"/>
          <ac:spMkLst>
            <pc:docMk/>
            <pc:sldMk cId="809045171" sldId="295"/>
            <ac:spMk id="2" creationId="{B65235CE-16EC-D67A-817D-FA7E58437F99}"/>
          </ac:spMkLst>
        </pc:spChg>
        <pc:spChg chg="mod">
          <ac:chgData name="thanuja kunati" userId="d3e57c6f090bf7bd" providerId="LiveId" clId="{DC694301-4E17-4D19-A96C-C02661348639}" dt="2022-06-14T07:43:52.014" v="766" actId="20577"/>
          <ac:spMkLst>
            <pc:docMk/>
            <pc:sldMk cId="809045171" sldId="295"/>
            <ac:spMk id="3" creationId="{3C1BE9A4-347A-82AD-3BAC-163D0A80D912}"/>
          </ac:spMkLst>
        </pc:spChg>
        <pc:spChg chg="del mod">
          <ac:chgData name="thanuja kunati" userId="d3e57c6f090bf7bd" providerId="LiveId" clId="{DC694301-4E17-4D19-A96C-C02661348639}" dt="2022-06-14T08:36:11.814" v="1142"/>
          <ac:spMkLst>
            <pc:docMk/>
            <pc:sldMk cId="809045171" sldId="295"/>
            <ac:spMk id="4" creationId="{7BC72118-BD7D-C648-F2A9-68DD9AE4E0CF}"/>
          </ac:spMkLst>
        </pc:spChg>
        <pc:picChg chg="add mod">
          <ac:chgData name="thanuja kunati" userId="d3e57c6f090bf7bd" providerId="LiveId" clId="{DC694301-4E17-4D19-A96C-C02661348639}" dt="2022-06-14T08:36:19.901" v="1144" actId="1076"/>
          <ac:picMkLst>
            <pc:docMk/>
            <pc:sldMk cId="809045171" sldId="295"/>
            <ac:picMk id="5" creationId="{39C967D6-61A7-E5C9-8BF4-FB0827EC6E63}"/>
          </ac:picMkLst>
        </pc:picChg>
      </pc:sldChg>
      <pc:sldChg chg="modSp new mod">
        <pc:chgData name="thanuja kunati" userId="d3e57c6f090bf7bd" providerId="LiveId" clId="{DC694301-4E17-4D19-A96C-C02661348639}" dt="2022-06-14T08:40:10.515" v="1185" actId="20577"/>
        <pc:sldMkLst>
          <pc:docMk/>
          <pc:sldMk cId="3143281608" sldId="296"/>
        </pc:sldMkLst>
        <pc:spChg chg="mod">
          <ac:chgData name="thanuja kunati" userId="d3e57c6f090bf7bd" providerId="LiveId" clId="{DC694301-4E17-4D19-A96C-C02661348639}" dt="2022-06-14T08:39:02.570" v="1169" actId="14100"/>
          <ac:spMkLst>
            <pc:docMk/>
            <pc:sldMk cId="3143281608" sldId="296"/>
            <ac:spMk id="2" creationId="{0016C140-4357-3BC7-FB5A-E6A75DCABB0F}"/>
          </ac:spMkLst>
        </pc:spChg>
        <pc:spChg chg="mod">
          <ac:chgData name="thanuja kunati" userId="d3e57c6f090bf7bd" providerId="LiveId" clId="{DC694301-4E17-4D19-A96C-C02661348639}" dt="2022-06-14T08:40:10.515" v="1185" actId="20577"/>
          <ac:spMkLst>
            <pc:docMk/>
            <pc:sldMk cId="3143281608" sldId="296"/>
            <ac:spMk id="3" creationId="{C446DF0B-AEDB-B9CF-9E3C-1088B4F5BCDE}"/>
          </ac:spMkLst>
        </pc:spChg>
        <pc:spChg chg="mod">
          <ac:chgData name="thanuja kunati" userId="d3e57c6f090bf7bd" providerId="LiveId" clId="{DC694301-4E17-4D19-A96C-C02661348639}" dt="2022-06-14T08:39:35.925" v="1177" actId="14100"/>
          <ac:spMkLst>
            <pc:docMk/>
            <pc:sldMk cId="3143281608" sldId="296"/>
            <ac:spMk id="4" creationId="{6017B49B-32D5-7890-D2E6-16C884D6629F}"/>
          </ac:spMkLst>
        </pc:spChg>
      </pc:sldChg>
    </pc:docChg>
  </pc:docChgLst>
  <pc:docChgLst>
    <pc:chgData name="thanuja kunati" userId="d3e57c6f090bf7bd" providerId="LiveId" clId="{A6CD0320-0E34-4D53-A216-8637D6BBE2A3}"/>
    <pc:docChg chg="custSel modSld">
      <pc:chgData name="thanuja kunati" userId="d3e57c6f090bf7bd" providerId="LiveId" clId="{A6CD0320-0E34-4D53-A216-8637D6BBE2A3}" dt="2022-06-15T01:39:04.043" v="19" actId="3626"/>
      <pc:docMkLst>
        <pc:docMk/>
      </pc:docMkLst>
      <pc:sldChg chg="modSp mod">
        <pc:chgData name="thanuja kunati" userId="d3e57c6f090bf7bd" providerId="LiveId" clId="{A6CD0320-0E34-4D53-A216-8637D6BBE2A3}" dt="2022-06-15T01:39:04.043" v="19" actId="3626"/>
        <pc:sldMkLst>
          <pc:docMk/>
          <pc:sldMk cId="4063556757" sldId="287"/>
        </pc:sldMkLst>
        <pc:spChg chg="mod">
          <ac:chgData name="thanuja kunati" userId="d3e57c6f090bf7bd" providerId="LiveId" clId="{A6CD0320-0E34-4D53-A216-8637D6BBE2A3}" dt="2022-06-15T01:39:04.043" v="19" actId="3626"/>
          <ac:spMkLst>
            <pc:docMk/>
            <pc:sldMk cId="4063556757" sldId="287"/>
            <ac:spMk id="9"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F72B67E-2071-40FF-A011-FCA81E0282FF}" type="datetimeFigureOut">
              <a:rPr lang="en-US" smtClean="0"/>
              <a:pPr/>
              <a:t>6/16/2022</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A727511-E2BF-41B3-8D46-FBAF3CC810D9}" type="slidenum">
              <a:rPr lang="en-IN" smtClean="0"/>
              <a:pPr/>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6C86815-801C-4DE2-83CC-15F23B422756}" type="datetimeFigureOut">
              <a:rPr lang="en-US" smtClean="0"/>
              <a:pPr/>
              <a:t>6/16/2022</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669F250-2BE1-4A4C-BA5B-5C9B5C17B49E}" type="slidenum">
              <a:rPr lang="en-IN" smtClean="0"/>
              <a:pPr/>
              <a:t>‹#›</a:t>
            </a:fld>
            <a:endParaRPr lang="en-IN"/>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5" name="Slide Number Placeholder 4"/>
          <p:cNvSpPr>
            <a:spLocks noGrp="1"/>
          </p:cNvSpPr>
          <p:nvPr>
            <p:ph type="sldNum" sz="quarter" idx="10"/>
          </p:nvPr>
        </p:nvSpPr>
        <p:spPr/>
        <p:txBody>
          <a:bodyPr/>
          <a:lstStyle/>
          <a:p>
            <a:fld id="{C669F250-2BE1-4A4C-BA5B-5C9B5C17B49E}" type="slidenum">
              <a:rPr lang="en-IN" smtClean="0"/>
              <a:pPr/>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5" name="Slide Number Placeholder 4"/>
          <p:cNvSpPr>
            <a:spLocks noGrp="1"/>
          </p:cNvSpPr>
          <p:nvPr>
            <p:ph type="sldNum" sz="quarter" idx="10"/>
          </p:nvPr>
        </p:nvSpPr>
        <p:spPr/>
        <p:txBody>
          <a:bodyPr/>
          <a:lstStyle/>
          <a:p>
            <a:fld id="{C669F250-2BE1-4A4C-BA5B-5C9B5C17B49E}" type="slidenum">
              <a:rPr lang="en-IN" smtClean="0"/>
              <a:pPr/>
              <a:t>2</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17" name="Footer Placeholder 16"/>
          <p:cNvSpPr>
            <a:spLocks noGrp="1"/>
          </p:cNvSpPr>
          <p:nvPr>
            <p:ph type="ftr" sz="quarter" idx="11"/>
          </p:nvPr>
        </p:nvSpPr>
        <p:spPr>
          <a:xfrm>
            <a:off x="2500298" y="6143644"/>
            <a:ext cx="3962400" cy="457200"/>
          </a:xfrm>
        </p:spPr>
        <p:txBody>
          <a:bodyPr/>
          <a:lstStyle>
            <a:lvl1pPr algn="ctr">
              <a:defRPr/>
            </a:lvl1pPr>
          </a:lstStyle>
          <a:p>
            <a:r>
              <a:rPr lang="en-IN"/>
              <a:t>GAT_CSE_17CSS86_2020-21</a:t>
            </a:r>
            <a:endParaRPr lang="en-IN" dirty="0"/>
          </a:p>
        </p:txBody>
      </p:sp>
      <p:sp>
        <p:nvSpPr>
          <p:cNvPr id="29" name="Slide Number Placeholder 28"/>
          <p:cNvSpPr>
            <a:spLocks noGrp="1"/>
          </p:cNvSpPr>
          <p:nvPr>
            <p:ph type="sldNum" sz="quarter" idx="12"/>
          </p:nvPr>
        </p:nvSpPr>
        <p:spPr>
          <a:xfrm>
            <a:off x="8215338" y="6072206"/>
            <a:ext cx="457200" cy="457200"/>
          </a:xfrm>
        </p:spPr>
        <p:txBody>
          <a:bodyPr lIns="0" tIns="0" rIns="0" bIns="0">
            <a:noAutofit/>
          </a:bodyPr>
          <a:lstStyle>
            <a:lvl1pPr>
              <a:defRPr sz="1400">
                <a:solidFill>
                  <a:srgbClr val="FFFFFF"/>
                </a:solidFill>
              </a:defRPr>
            </a:lvl1pPr>
          </a:lstStyle>
          <a:p>
            <a:fld id="{FDE50A45-AAF4-4E48-A2E8-13AEA907DF2A}" type="slidenum">
              <a:rPr lang="en-IN" smtClean="0"/>
              <a:pPr/>
              <a:t>‹#›</a:t>
            </a:fld>
            <a:endParaRPr lang="en-IN" dirty="0"/>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Footer Placeholder 4"/>
          <p:cNvSpPr>
            <a:spLocks noGrp="1"/>
          </p:cNvSpPr>
          <p:nvPr>
            <p:ph type="ftr" sz="quarter" idx="11"/>
          </p:nvPr>
        </p:nvSpPr>
        <p:spPr>
          <a:xfrm>
            <a:off x="2285984" y="6143644"/>
            <a:ext cx="3962400" cy="457200"/>
          </a:xfrm>
        </p:spPr>
        <p:txBody>
          <a:bodyPr/>
          <a:lstStyle/>
          <a:p>
            <a:pPr algn="ctr"/>
            <a:r>
              <a:rPr lang="en-IN"/>
              <a:t>GAT_CSE_17CSS86_2020-21</a:t>
            </a:r>
            <a:endParaRPr lang="en-IN" dirty="0"/>
          </a:p>
        </p:txBody>
      </p:sp>
      <p:sp>
        <p:nvSpPr>
          <p:cNvPr id="6" name="Slide Number Placeholder 5"/>
          <p:cNvSpPr>
            <a:spLocks noGrp="1"/>
          </p:cNvSpPr>
          <p:nvPr>
            <p:ph type="sldNum" sz="quarter" idx="12"/>
          </p:nvPr>
        </p:nvSpPr>
        <p:spPr>
          <a:xfrm>
            <a:off x="8072462" y="6143644"/>
            <a:ext cx="457200" cy="457200"/>
          </a:xfrm>
        </p:spPr>
        <p:txBody>
          <a:bodyPr/>
          <a:lstStyle/>
          <a:p>
            <a:fld id="{FDE50A45-AAF4-4E48-A2E8-13AEA907DF2A}" type="slidenum">
              <a:rPr lang="en-IN" smtClean="0"/>
              <a:pPr/>
              <a:t>‹#›</a:t>
            </a:fld>
            <a:endParaRPr lang="en-IN"/>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a:xfrm>
            <a:off x="800100" y="6172200"/>
            <a:ext cx="4000500" cy="457200"/>
          </a:xfrm>
        </p:spPr>
        <p:txBody>
          <a:bodyPr/>
          <a:lstStyle/>
          <a:p>
            <a:r>
              <a:rPr lang="en-IN"/>
              <a:t>GAT_CSE_17CSS86_2020-21</a:t>
            </a: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FDE50A45-AAF4-4E48-A2E8-13AEA907DF2A}" type="slidenum">
              <a:rPr lang="en-IN" smtClean="0"/>
              <a:pPr/>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IN"/>
              <a:t>GAT_CSE_17CSS86_2020-21</a:t>
            </a:r>
          </a:p>
        </p:txBody>
      </p:sp>
      <p:sp>
        <p:nvSpPr>
          <p:cNvPr id="7" name="Slide Number Placeholder 6"/>
          <p:cNvSpPr>
            <a:spLocks noGrp="1"/>
          </p:cNvSpPr>
          <p:nvPr>
            <p:ph type="sldNum" sz="quarter" idx="12"/>
          </p:nvPr>
        </p:nvSpPr>
        <p:spPr/>
        <p:txBody>
          <a:bodyPr/>
          <a:lstStyle/>
          <a:p>
            <a:fld id="{FDE50A45-AAF4-4E48-A2E8-13AEA907DF2A}" type="slidenum">
              <a:rPr lang="en-IN" smtClean="0"/>
              <a:pPr/>
              <a:t>‹#›</a:t>
            </a:fld>
            <a:endParaRPr lang="en-IN"/>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r>
              <a:rPr lang="en-IN"/>
              <a:t>GAT_CSE_17CSS86_2020-21</a:t>
            </a:r>
          </a:p>
        </p:txBody>
      </p:sp>
      <p:sp>
        <p:nvSpPr>
          <p:cNvPr id="9" name="Slide Number Placeholder 8"/>
          <p:cNvSpPr>
            <a:spLocks noGrp="1"/>
          </p:cNvSpPr>
          <p:nvPr>
            <p:ph type="sldNum" sz="quarter" idx="12"/>
          </p:nvPr>
        </p:nvSpPr>
        <p:spPr/>
        <p:txBody>
          <a:bodyPr/>
          <a:lstStyle/>
          <a:p>
            <a:fld id="{FDE50A45-AAF4-4E48-A2E8-13AEA907DF2A}" type="slidenum">
              <a:rPr lang="en-IN" smtClean="0"/>
              <a:pPr/>
              <a:t>‹#›</a:t>
            </a:fld>
            <a:endParaRPr lang="en-IN"/>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r>
              <a:rPr lang="en-IN"/>
              <a:t>GAT_CSE_17CSS86_2020-21</a:t>
            </a:r>
          </a:p>
        </p:txBody>
      </p:sp>
      <p:sp>
        <p:nvSpPr>
          <p:cNvPr id="5" name="Slide Number Placeholder 4"/>
          <p:cNvSpPr>
            <a:spLocks noGrp="1"/>
          </p:cNvSpPr>
          <p:nvPr>
            <p:ph type="sldNum" sz="quarter" idx="12"/>
          </p:nvPr>
        </p:nvSpPr>
        <p:spPr/>
        <p:txBody>
          <a:bodyPr/>
          <a:lstStyle/>
          <a:p>
            <a:fld id="{FDE50A45-AAF4-4E48-A2E8-13AEA907DF2A}"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r>
              <a:rPr lang="en-IN"/>
              <a:t>GAT_CSE_17CSS86_2020-21</a:t>
            </a:r>
          </a:p>
        </p:txBody>
      </p:sp>
      <p:sp>
        <p:nvSpPr>
          <p:cNvPr id="4" name="Slide Number Placeholder 3"/>
          <p:cNvSpPr>
            <a:spLocks noGrp="1"/>
          </p:cNvSpPr>
          <p:nvPr>
            <p:ph type="sldNum" sz="quarter" idx="12"/>
          </p:nvPr>
        </p:nvSpPr>
        <p:spPr/>
        <p:txBody>
          <a:bodyPr/>
          <a:lstStyle/>
          <a:p>
            <a:fld id="{FDE50A45-AAF4-4E48-A2E8-13AEA907DF2A}"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IN"/>
              <a:t>GAT_CSE_17CSS86_2020-21</a:t>
            </a:r>
          </a:p>
        </p:txBody>
      </p:sp>
      <p:sp>
        <p:nvSpPr>
          <p:cNvPr id="7" name="Slide Number Placeholder 6"/>
          <p:cNvSpPr>
            <a:spLocks noGrp="1"/>
          </p:cNvSpPr>
          <p:nvPr>
            <p:ph type="sldNum" sz="quarter" idx="12"/>
          </p:nvPr>
        </p:nvSpPr>
        <p:spPr/>
        <p:txBody>
          <a:bodyPr/>
          <a:lstStyle/>
          <a:p>
            <a:fld id="{FDE50A45-AAF4-4E48-A2E8-13AEA907DF2A}" type="slidenum">
              <a:rPr lang="en-IN" smtClean="0"/>
              <a:pPr/>
              <a:t>‹#›</a:t>
            </a:fld>
            <a:endParaRPr lang="en-IN"/>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a:xfrm>
            <a:off x="914400" y="6172200"/>
            <a:ext cx="3886200" cy="457200"/>
          </a:xfrm>
        </p:spPr>
        <p:txBody>
          <a:bodyPr/>
          <a:lstStyle/>
          <a:p>
            <a:r>
              <a:rPr lang="en-IN"/>
              <a:t>GAT_CSE_17CSS86_2020-21</a:t>
            </a:r>
          </a:p>
        </p:txBody>
      </p:sp>
      <p:sp>
        <p:nvSpPr>
          <p:cNvPr id="7" name="Slide Number Placeholder 6"/>
          <p:cNvSpPr>
            <a:spLocks noGrp="1"/>
          </p:cNvSpPr>
          <p:nvPr>
            <p:ph type="sldNum" sz="quarter" idx="12"/>
          </p:nvPr>
        </p:nvSpPr>
        <p:spPr>
          <a:xfrm>
            <a:off x="146304" y="6208776"/>
            <a:ext cx="457200" cy="457200"/>
          </a:xfrm>
        </p:spPr>
        <p:txBody>
          <a:bodyPr/>
          <a:lstStyle/>
          <a:p>
            <a:fld id="{FDE50A45-AAF4-4E48-A2E8-13AEA907DF2A}" type="slidenum">
              <a:rPr lang="en-IN" smtClean="0"/>
              <a:pPr/>
              <a:t>‹#›</a:t>
            </a:fld>
            <a:endParaRPr lang="en-IN"/>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IN"/>
              <a:t>GAT_CSE_17CSS86_2020-21</a:t>
            </a:r>
          </a:p>
        </p:txBody>
      </p:sp>
      <p:sp>
        <p:nvSpPr>
          <p:cNvPr id="6" name="Slide Number Placeholder 5"/>
          <p:cNvSpPr>
            <a:spLocks noGrp="1"/>
          </p:cNvSpPr>
          <p:nvPr>
            <p:ph type="sldNum" sz="quarter" idx="12"/>
          </p:nvPr>
        </p:nvSpPr>
        <p:spPr/>
        <p:txBody>
          <a:bodyPr/>
          <a:lstStyle/>
          <a:p>
            <a:fld id="{FDE50A45-AAF4-4E48-A2E8-13AEA907DF2A}"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IN"/>
              <a:t>GAT_CSE_17CSS86_2020-21</a:t>
            </a:r>
          </a:p>
        </p:txBody>
      </p:sp>
      <p:sp>
        <p:nvSpPr>
          <p:cNvPr id="6" name="Slide Number Placeholder 5"/>
          <p:cNvSpPr>
            <a:spLocks noGrp="1"/>
          </p:cNvSpPr>
          <p:nvPr>
            <p:ph type="sldNum" sz="quarter" idx="12"/>
          </p:nvPr>
        </p:nvSpPr>
        <p:spPr/>
        <p:txBody>
          <a:bodyPr/>
          <a:lstStyle/>
          <a:p>
            <a:fld id="{FDE50A45-AAF4-4E48-A2E8-13AEA907DF2A}"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endParaRPr lang="en-IN"/>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r>
              <a:rPr lang="en-IN"/>
              <a:t>GAT_CSE_17CSS86_2020-21</a:t>
            </a:r>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FDE50A45-AAF4-4E48-A2E8-13AEA907DF2A}"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857884" y="3200400"/>
            <a:ext cx="3071834" cy="2728930"/>
          </a:xfrm>
        </p:spPr>
        <p:txBody>
          <a:bodyPr>
            <a:normAutofit fontScale="92500" lnSpcReduction="20000"/>
          </a:bodyPr>
          <a:lstStyle/>
          <a:p>
            <a:pPr algn="l"/>
            <a:r>
              <a:rPr lang="en-IN" dirty="0"/>
              <a:t>Presented by</a:t>
            </a:r>
          </a:p>
          <a:p>
            <a:pPr algn="l"/>
            <a:r>
              <a:rPr lang="en-IN" dirty="0">
                <a:solidFill>
                  <a:schemeClr val="tx1"/>
                </a:solidFill>
              </a:rPr>
              <a:t>Amrutha K</a:t>
            </a:r>
          </a:p>
          <a:p>
            <a:pPr algn="l"/>
            <a:r>
              <a:rPr lang="en-IN" dirty="0">
                <a:solidFill>
                  <a:schemeClr val="tx1"/>
                </a:solidFill>
              </a:rPr>
              <a:t>1GA18CS194</a:t>
            </a:r>
          </a:p>
          <a:p>
            <a:pPr algn="l"/>
            <a:r>
              <a:rPr lang="en-US" dirty="0">
                <a:solidFill>
                  <a:schemeClr val="tx1"/>
                </a:solidFill>
              </a:rPr>
              <a:t>8</a:t>
            </a:r>
            <a:r>
              <a:rPr lang="en-US" baseline="30000" dirty="0">
                <a:solidFill>
                  <a:schemeClr val="tx1"/>
                </a:solidFill>
              </a:rPr>
              <a:t>th</a:t>
            </a:r>
            <a:r>
              <a:rPr lang="en-US" dirty="0">
                <a:solidFill>
                  <a:schemeClr val="tx1"/>
                </a:solidFill>
              </a:rPr>
              <a:t> semester ‘A’ section</a:t>
            </a:r>
          </a:p>
          <a:p>
            <a:pPr algn="l"/>
            <a:endParaRPr lang="en-IN" dirty="0">
              <a:solidFill>
                <a:schemeClr val="tx1"/>
              </a:solidFill>
            </a:endParaRPr>
          </a:p>
          <a:p>
            <a:pPr algn="l"/>
            <a:r>
              <a:rPr lang="en-IN" dirty="0"/>
              <a:t>Guided by</a:t>
            </a:r>
          </a:p>
          <a:p>
            <a:pPr algn="l"/>
            <a:r>
              <a:rPr lang="en-IN" dirty="0">
                <a:solidFill>
                  <a:schemeClr val="tx1"/>
                </a:solidFill>
              </a:rPr>
              <a:t>Dr </a:t>
            </a:r>
            <a:r>
              <a:rPr lang="en-IN" dirty="0" err="1">
                <a:solidFill>
                  <a:schemeClr val="tx1"/>
                </a:solidFill>
              </a:rPr>
              <a:t>Anitha</a:t>
            </a:r>
            <a:r>
              <a:rPr lang="en-IN" dirty="0">
                <a:solidFill>
                  <a:schemeClr val="tx1"/>
                </a:solidFill>
              </a:rPr>
              <a:t> K</a:t>
            </a:r>
          </a:p>
        </p:txBody>
      </p:sp>
      <p:sp>
        <p:nvSpPr>
          <p:cNvPr id="4" name="TextBox 3"/>
          <p:cNvSpPr txBox="1"/>
          <p:nvPr/>
        </p:nvSpPr>
        <p:spPr>
          <a:xfrm>
            <a:off x="0" y="1484784"/>
            <a:ext cx="9144000" cy="1754326"/>
          </a:xfrm>
          <a:prstGeom prst="rect">
            <a:avLst/>
          </a:prstGeom>
          <a:noFill/>
        </p:spPr>
        <p:txBody>
          <a:bodyPr wrap="square" rtlCol="0">
            <a:spAutoFit/>
          </a:bodyPr>
          <a:lstStyle/>
          <a:p>
            <a:pPr algn="ctr"/>
            <a:r>
              <a:rPr lang="en-IN" sz="3400" dirty="0">
                <a:solidFill>
                  <a:srgbClr val="FFFF00"/>
                </a:solidFill>
                <a:cs typeface="Times New Roman" panose="02020603050405020304" pitchFamily="18" charset="0"/>
              </a:rPr>
              <a:t>Smart city as a smart service system: Human-Computer interaction and smart city surveillance systems</a:t>
            </a:r>
          </a:p>
          <a:p>
            <a:pPr algn="ctr"/>
            <a:endParaRPr lang="en-IN" sz="4000" dirty="0"/>
          </a:p>
        </p:txBody>
      </p:sp>
      <p:sp>
        <p:nvSpPr>
          <p:cNvPr id="5" name="TextBox 4"/>
          <p:cNvSpPr txBox="1"/>
          <p:nvPr/>
        </p:nvSpPr>
        <p:spPr>
          <a:xfrm>
            <a:off x="198211" y="3273232"/>
            <a:ext cx="5500726" cy="3939540"/>
          </a:xfrm>
          <a:prstGeom prst="rect">
            <a:avLst/>
          </a:prstGeom>
          <a:noFill/>
        </p:spPr>
        <p:txBody>
          <a:bodyPr wrap="square" rtlCol="0">
            <a:spAutoFit/>
          </a:bodyPr>
          <a:lstStyle/>
          <a:p>
            <a:r>
              <a:rPr lang="en-IN" sz="2600" dirty="0"/>
              <a:t>Paper Authors:</a:t>
            </a:r>
          </a:p>
          <a:p>
            <a:pPr marL="514350" indent="-514350">
              <a:buAutoNum type="arabicPeriod"/>
            </a:pPr>
            <a:r>
              <a:rPr lang="en-US" sz="2600" dirty="0"/>
              <a:t>Mohamad </a:t>
            </a:r>
            <a:r>
              <a:rPr lang="en-US" sz="2600" dirty="0" err="1"/>
              <a:t>Kashef</a:t>
            </a:r>
            <a:endParaRPr lang="en-US" sz="2600" dirty="0"/>
          </a:p>
          <a:p>
            <a:pPr marL="514350" indent="-514350">
              <a:buFontTx/>
              <a:buAutoNum type="arabicPeriod"/>
            </a:pPr>
            <a:r>
              <a:rPr lang="en-US" sz="2600" dirty="0"/>
              <a:t>Anna </a:t>
            </a:r>
            <a:r>
              <a:rPr lang="en-US" sz="2600" dirty="0" err="1"/>
              <a:t>Visvizi</a:t>
            </a:r>
            <a:endParaRPr lang="en-US" sz="2600" dirty="0"/>
          </a:p>
          <a:p>
            <a:pPr marL="514350" indent="-514350">
              <a:buAutoNum type="arabicPeriod"/>
            </a:pPr>
            <a:r>
              <a:rPr lang="en-US" sz="2600" dirty="0"/>
              <a:t>Orlando </a:t>
            </a:r>
            <a:r>
              <a:rPr lang="en-US" sz="2600" dirty="0" err="1"/>
              <a:t>Troisi</a:t>
            </a:r>
            <a:endParaRPr lang="en-IN" sz="2600" dirty="0"/>
          </a:p>
          <a:p>
            <a:endParaRPr lang="en-IN" sz="2400" dirty="0">
              <a:cs typeface="Times New Roman" panose="02020603050405020304" pitchFamily="18" charset="0"/>
            </a:endParaRPr>
          </a:p>
          <a:p>
            <a:endParaRPr lang="en-IN" sz="2600" dirty="0"/>
          </a:p>
          <a:p>
            <a:endParaRPr lang="en-IN" sz="2600" dirty="0"/>
          </a:p>
          <a:p>
            <a:endParaRPr lang="en-IN" sz="2600" dirty="0"/>
          </a:p>
          <a:p>
            <a:endParaRPr lang="en-IN" sz="2600" dirty="0"/>
          </a:p>
          <a:p>
            <a:endParaRPr lang="en-IN" dirty="0"/>
          </a:p>
        </p:txBody>
      </p:sp>
      <p:pic>
        <p:nvPicPr>
          <p:cNvPr id="1026" name="Picture 2" descr="C:\Users\Kanaka\Desktop\gatlogos.jpg"/>
          <p:cNvPicPr>
            <a:picLocks noChangeAspect="1" noChangeArrowheads="1"/>
          </p:cNvPicPr>
          <p:nvPr/>
        </p:nvPicPr>
        <p:blipFill>
          <a:blip r:embed="rId3"/>
          <a:srcRect/>
          <a:stretch>
            <a:fillRect/>
          </a:stretch>
        </p:blipFill>
        <p:spPr bwMode="auto">
          <a:xfrm>
            <a:off x="1285852" y="116632"/>
            <a:ext cx="7000924" cy="669185"/>
          </a:xfrm>
          <a:prstGeom prst="rect">
            <a:avLst/>
          </a:prstGeom>
          <a:noFill/>
        </p:spPr>
      </p:pic>
      <p:sp>
        <p:nvSpPr>
          <p:cNvPr id="7" name="Title 6"/>
          <p:cNvSpPr>
            <a:spLocks noGrp="1"/>
          </p:cNvSpPr>
          <p:nvPr>
            <p:ph type="ctrTitle"/>
          </p:nvPr>
        </p:nvSpPr>
        <p:spPr>
          <a:xfrm rot="10800000" flipV="1">
            <a:off x="500034" y="642918"/>
            <a:ext cx="8229600" cy="785818"/>
          </a:xfrm>
        </p:spPr>
        <p:txBody>
          <a:bodyPr>
            <a:normAutofit fontScale="90000"/>
          </a:bodyPr>
          <a:lstStyle/>
          <a:p>
            <a:r>
              <a:rPr lang="en-IN" sz="2800" dirty="0">
                <a:solidFill>
                  <a:schemeClr val="tx1"/>
                </a:solidFill>
                <a:latin typeface="+mn-lt"/>
              </a:rPr>
              <a:t>Department of Computer Science and Engineering</a:t>
            </a:r>
            <a:br>
              <a:rPr lang="en-IN" sz="2800" dirty="0">
                <a:solidFill>
                  <a:schemeClr val="tx1"/>
                </a:solidFill>
                <a:latin typeface="+mn-lt"/>
              </a:rPr>
            </a:br>
            <a:r>
              <a:rPr lang="en-IN" sz="2800" dirty="0">
                <a:solidFill>
                  <a:schemeClr val="tx1"/>
                </a:solidFill>
                <a:latin typeface="+mn-lt"/>
              </a:rPr>
              <a:t>Technical Seminar -18CSS84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8291264" cy="922114"/>
          </a:xfrm>
        </p:spPr>
        <p:txBody>
          <a:bodyPr/>
          <a:lstStyle/>
          <a:p>
            <a:r>
              <a:rPr lang="en-IN" dirty="0"/>
              <a:t>Agenda</a:t>
            </a:r>
          </a:p>
        </p:txBody>
      </p:sp>
      <p:sp>
        <p:nvSpPr>
          <p:cNvPr id="3" name="Content Placeholder 2"/>
          <p:cNvSpPr>
            <a:spLocks noGrp="1"/>
          </p:cNvSpPr>
          <p:nvPr>
            <p:ph sz="quarter" idx="1"/>
          </p:nvPr>
        </p:nvSpPr>
        <p:spPr>
          <a:xfrm>
            <a:off x="395536" y="1196752"/>
            <a:ext cx="8291264" cy="5018330"/>
          </a:xfrm>
        </p:spPr>
        <p:txBody>
          <a:bodyPr>
            <a:normAutofit fontScale="92500" lnSpcReduction="20000"/>
          </a:bodyPr>
          <a:lstStyle/>
          <a:p>
            <a:pPr>
              <a:lnSpc>
                <a:spcPct val="170000"/>
              </a:lnSpc>
            </a:pPr>
            <a:r>
              <a:rPr lang="en-IN" dirty="0"/>
              <a:t>Introduction about domain</a:t>
            </a:r>
          </a:p>
          <a:p>
            <a:pPr>
              <a:lnSpc>
                <a:spcPct val="170000"/>
              </a:lnSpc>
            </a:pPr>
            <a:r>
              <a:rPr lang="en-US" dirty="0"/>
              <a:t>About paper and authors</a:t>
            </a:r>
          </a:p>
          <a:p>
            <a:pPr>
              <a:lnSpc>
                <a:spcPct val="170000"/>
              </a:lnSpc>
            </a:pPr>
            <a:r>
              <a:rPr lang="en-US" dirty="0"/>
              <a:t>Rationale for selecting the paper</a:t>
            </a:r>
          </a:p>
          <a:p>
            <a:pPr>
              <a:lnSpc>
                <a:spcPct val="170000"/>
              </a:lnSpc>
            </a:pPr>
            <a:r>
              <a:rPr lang="en-US" dirty="0"/>
              <a:t>Abstract</a:t>
            </a:r>
          </a:p>
          <a:p>
            <a:pPr>
              <a:lnSpc>
                <a:spcPct val="170000"/>
              </a:lnSpc>
            </a:pPr>
            <a:r>
              <a:rPr lang="en-US" dirty="0"/>
              <a:t>System architecture</a:t>
            </a:r>
          </a:p>
          <a:p>
            <a:pPr>
              <a:lnSpc>
                <a:spcPct val="170000"/>
              </a:lnSpc>
            </a:pPr>
            <a:r>
              <a:rPr lang="en-IN" dirty="0"/>
              <a:t>Applications</a:t>
            </a:r>
          </a:p>
          <a:p>
            <a:pPr>
              <a:lnSpc>
                <a:spcPct val="170000"/>
              </a:lnSpc>
            </a:pPr>
            <a:r>
              <a:rPr lang="en-IN" dirty="0"/>
              <a:t>Results</a:t>
            </a:r>
          </a:p>
          <a:p>
            <a:pPr>
              <a:lnSpc>
                <a:spcPct val="170000"/>
              </a:lnSpc>
            </a:pPr>
            <a:r>
              <a:rPr lang="en-IN" dirty="0"/>
              <a:t>References</a:t>
            </a:r>
          </a:p>
          <a:p>
            <a:pPr>
              <a:lnSpc>
                <a:spcPct val="200000"/>
              </a:lnSpc>
              <a:buNone/>
            </a:pPr>
            <a:endParaRPr lang="en-IN" dirty="0"/>
          </a:p>
          <a:p>
            <a:pPr>
              <a:lnSpc>
                <a:spcPct val="200000"/>
              </a:lnSpc>
              <a:buNone/>
            </a:pPr>
            <a:endParaRPr lang="en-IN" dirty="0"/>
          </a:p>
        </p:txBody>
      </p:sp>
      <p:sp>
        <p:nvSpPr>
          <p:cNvPr id="5" name="Footer Placeholder 4"/>
          <p:cNvSpPr>
            <a:spLocks noGrp="1"/>
          </p:cNvSpPr>
          <p:nvPr>
            <p:ph type="ftr" sz="quarter" idx="11"/>
          </p:nvPr>
        </p:nvSpPr>
        <p:spPr>
          <a:xfrm>
            <a:off x="2590800" y="6126162"/>
            <a:ext cx="3962400" cy="457200"/>
          </a:xfrm>
        </p:spPr>
        <p:txBody>
          <a:bodyPr/>
          <a:lstStyle/>
          <a:p>
            <a:pPr algn="ctr"/>
            <a:r>
              <a:rPr lang="en-IN" dirty="0"/>
              <a:t>GAT_CSE_18CSS84_2021-22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8435280" cy="1143000"/>
          </a:xfrm>
        </p:spPr>
        <p:txBody>
          <a:bodyPr/>
          <a:lstStyle/>
          <a:p>
            <a:r>
              <a:rPr lang="en-IN" dirty="0"/>
              <a:t>Introduction</a:t>
            </a:r>
          </a:p>
        </p:txBody>
      </p:sp>
      <p:sp>
        <p:nvSpPr>
          <p:cNvPr id="3" name="Content Placeholder 2"/>
          <p:cNvSpPr>
            <a:spLocks noGrp="1"/>
          </p:cNvSpPr>
          <p:nvPr>
            <p:ph sz="quarter" idx="1"/>
          </p:nvPr>
        </p:nvSpPr>
        <p:spPr>
          <a:xfrm>
            <a:off x="251520" y="1628800"/>
            <a:ext cx="8435280" cy="4391000"/>
          </a:xfrm>
        </p:spPr>
        <p:txBody>
          <a:bodyPr>
            <a:noAutofit/>
          </a:bodyPr>
          <a:lstStyle/>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Smart city services, smart applications and smart devices form an ecosystem of tools and artifacts that challenge, and times even disrupt, conventions, norms, and rites of behavior, thus prompting diverse behavioral changes at the level of the individual, the group, and the society at large.</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adoption of a wireless integrated mesh-technology enhanced (WIMTE) security apparatus is proposed. WIMTE systems can help urban decision-makers in the management challenges, risks and threats in contemporary smart cities.</a:t>
            </a:r>
          </a:p>
          <a:p>
            <a:pPr algn="just">
              <a:lnSpc>
                <a:spcPct val="150000"/>
              </a:lnSpc>
              <a:buFont typeface="Arial" panose="020B0604020202020204" pitchFamily="34" charset="0"/>
              <a:buChar char="•"/>
            </a:pPr>
            <a:endParaRPr lang="en-IN" sz="1800" dirty="0"/>
          </a:p>
          <a:p>
            <a:pPr>
              <a:lnSpc>
                <a:spcPct val="150000"/>
              </a:lnSpc>
            </a:pPr>
            <a:endParaRPr lang="en-IN" sz="1800" dirty="0"/>
          </a:p>
        </p:txBody>
      </p:sp>
      <p:sp>
        <p:nvSpPr>
          <p:cNvPr id="5" name="Footer Placeholder 4"/>
          <p:cNvSpPr>
            <a:spLocks noGrp="1"/>
          </p:cNvSpPr>
          <p:nvPr>
            <p:ph type="ftr" sz="quarter" idx="11"/>
          </p:nvPr>
        </p:nvSpPr>
        <p:spPr>
          <a:xfrm>
            <a:off x="2819400" y="6126162"/>
            <a:ext cx="3962400" cy="457200"/>
          </a:xfrm>
        </p:spPr>
        <p:txBody>
          <a:bodyPr/>
          <a:lstStyle/>
          <a:p>
            <a:pPr algn="ctr"/>
            <a:r>
              <a:rPr lang="en-IN" dirty="0"/>
              <a:t>GAT_CSE_18CSS84_2021-22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18C17-E5F6-079A-08BF-CB9D81510C70}"/>
              </a:ext>
            </a:extLst>
          </p:cNvPr>
          <p:cNvSpPr>
            <a:spLocks noGrp="1"/>
          </p:cNvSpPr>
          <p:nvPr>
            <p:ph type="title"/>
          </p:nvPr>
        </p:nvSpPr>
        <p:spPr>
          <a:xfrm>
            <a:off x="179512" y="274638"/>
            <a:ext cx="8507288" cy="1143000"/>
          </a:xfrm>
        </p:spPr>
        <p:txBody>
          <a:bodyPr/>
          <a:lstStyle/>
          <a:p>
            <a:r>
              <a:rPr lang="en-IN" dirty="0"/>
              <a:t>Introduction</a:t>
            </a:r>
          </a:p>
        </p:txBody>
      </p:sp>
      <p:sp>
        <p:nvSpPr>
          <p:cNvPr id="3" name="Footer Placeholder 2">
            <a:extLst>
              <a:ext uri="{FF2B5EF4-FFF2-40B4-BE49-F238E27FC236}">
                <a16:creationId xmlns:a16="http://schemas.microsoft.com/office/drawing/2014/main" id="{304FF59E-5893-E1E4-FFDF-A88B4CBE7793}"/>
              </a:ext>
            </a:extLst>
          </p:cNvPr>
          <p:cNvSpPr>
            <a:spLocks noGrp="1"/>
          </p:cNvSpPr>
          <p:nvPr>
            <p:ph type="ftr" sz="quarter" idx="11"/>
          </p:nvPr>
        </p:nvSpPr>
        <p:spPr/>
        <p:txBody>
          <a:bodyPr/>
          <a:lstStyle/>
          <a:p>
            <a:pPr algn="ctr"/>
            <a:r>
              <a:rPr lang="en-IN" dirty="0"/>
              <a:t>GAT_CSE_18CSS84_2021-22</a:t>
            </a:r>
          </a:p>
        </p:txBody>
      </p:sp>
      <p:sp>
        <p:nvSpPr>
          <p:cNvPr id="4" name="Content Placeholder 3">
            <a:extLst>
              <a:ext uri="{FF2B5EF4-FFF2-40B4-BE49-F238E27FC236}">
                <a16:creationId xmlns:a16="http://schemas.microsoft.com/office/drawing/2014/main" id="{ACC88DF9-4087-6D20-EC20-36BF2C47E70E}"/>
              </a:ext>
            </a:extLst>
          </p:cNvPr>
          <p:cNvSpPr>
            <a:spLocks noGrp="1"/>
          </p:cNvSpPr>
          <p:nvPr>
            <p:ph sz="quarter" idx="1"/>
          </p:nvPr>
        </p:nvSpPr>
        <p:spPr>
          <a:xfrm>
            <a:off x="179512" y="1628800"/>
            <a:ext cx="8507288" cy="4391000"/>
          </a:xfrm>
        </p:spPr>
        <p:txBody>
          <a:bodyPr/>
          <a:lstStyle/>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Through the lens of service science, cities can be explored as complex systems in which the active engagement of people can lead to the co-development of innovative solutions for the well-being of all the stakeholders in the system</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existent surveillance systems are limited and the current ICT (Information communication technology) are obscured for the end user today.</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other words, smart service systems constitute networked groups of actors, including people and organizations, whose interactions are strengthened and intensified through technology channels.</a:t>
            </a:r>
          </a:p>
          <a:p>
            <a:pPr marL="0" indent="0">
              <a:buNone/>
            </a:pPr>
            <a:endParaRPr lang="en-IN" dirty="0"/>
          </a:p>
        </p:txBody>
      </p:sp>
    </p:spTree>
    <p:extLst>
      <p:ext uri="{BB962C8B-B14F-4D97-AF65-F5344CB8AC3E}">
        <p14:creationId xmlns:p14="http://schemas.microsoft.com/office/powerpoint/2010/main" val="1459615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0995C-747C-4D6C-B2C3-01FDFFA249DA}"/>
              </a:ext>
            </a:extLst>
          </p:cNvPr>
          <p:cNvSpPr>
            <a:spLocks noGrp="1"/>
          </p:cNvSpPr>
          <p:nvPr>
            <p:ph type="title"/>
          </p:nvPr>
        </p:nvSpPr>
        <p:spPr>
          <a:xfrm>
            <a:off x="285720" y="274638"/>
            <a:ext cx="8401080" cy="1210146"/>
          </a:xfrm>
        </p:spPr>
        <p:txBody>
          <a:bodyPr/>
          <a:lstStyle/>
          <a:p>
            <a:r>
              <a:rPr lang="en-US" dirty="0"/>
              <a:t>About the paper</a:t>
            </a:r>
            <a:endParaRPr lang="en-IN" dirty="0"/>
          </a:p>
        </p:txBody>
      </p:sp>
      <p:sp>
        <p:nvSpPr>
          <p:cNvPr id="3" name="Footer Placeholder 2">
            <a:extLst>
              <a:ext uri="{FF2B5EF4-FFF2-40B4-BE49-F238E27FC236}">
                <a16:creationId xmlns:a16="http://schemas.microsoft.com/office/drawing/2014/main" id="{C42B88BF-C811-4EE3-A6AC-86DF3C3C9F3E}"/>
              </a:ext>
            </a:extLst>
          </p:cNvPr>
          <p:cNvSpPr>
            <a:spLocks noGrp="1"/>
          </p:cNvSpPr>
          <p:nvPr>
            <p:ph type="ftr" sz="quarter" idx="11"/>
          </p:nvPr>
        </p:nvSpPr>
        <p:spPr>
          <a:xfrm>
            <a:off x="2590800" y="6143644"/>
            <a:ext cx="3962400" cy="457200"/>
          </a:xfrm>
        </p:spPr>
        <p:txBody>
          <a:bodyPr/>
          <a:lstStyle/>
          <a:p>
            <a:pPr algn="ctr"/>
            <a:r>
              <a:rPr lang="en-IN" dirty="0"/>
              <a:t>GAT_CSE_18CSS84_2021-22</a:t>
            </a:r>
          </a:p>
        </p:txBody>
      </p:sp>
      <p:sp>
        <p:nvSpPr>
          <p:cNvPr id="6" name="TextBox 5"/>
          <p:cNvSpPr txBox="1"/>
          <p:nvPr/>
        </p:nvSpPr>
        <p:spPr>
          <a:xfrm>
            <a:off x="285720" y="1571612"/>
            <a:ext cx="8572560" cy="4191981"/>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Title: </a:t>
            </a:r>
            <a:r>
              <a:rPr lang="en-US" sz="2000" dirty="0">
                <a:latin typeface="Times New Roman" panose="02020603050405020304" pitchFamily="18" charset="0"/>
                <a:cs typeface="Times New Roman" panose="02020603050405020304" pitchFamily="18" charset="0"/>
              </a:rPr>
              <a:t>Smart city as a smart service system: HCI and smart city surveillance systems</a:t>
            </a:r>
          </a:p>
          <a:p>
            <a:pPr algn="just">
              <a:lnSpc>
                <a:spcPct val="150000"/>
              </a:lnSpc>
            </a:pPr>
            <a:r>
              <a:rPr lang="en-US" sz="2000" b="1" dirty="0">
                <a:latin typeface="Times New Roman" panose="02020603050405020304" pitchFamily="18" charset="0"/>
                <a:cs typeface="Times New Roman" panose="02020603050405020304" pitchFamily="18" charset="0"/>
              </a:rPr>
              <a:t>Author 1: </a:t>
            </a:r>
            <a:r>
              <a:rPr lang="en-US" sz="2000" dirty="0">
                <a:latin typeface="Times New Roman" panose="02020603050405020304" pitchFamily="18" charset="0"/>
                <a:cs typeface="Times New Roman" panose="02020603050405020304" pitchFamily="18" charset="0"/>
              </a:rPr>
              <a:t>Mohamad </a:t>
            </a:r>
            <a:r>
              <a:rPr lang="en-US" sz="2000" dirty="0" err="1">
                <a:latin typeface="Times New Roman" panose="02020603050405020304" pitchFamily="18" charset="0"/>
                <a:cs typeface="Times New Roman" panose="02020603050405020304" pitchFamily="18" charset="0"/>
              </a:rPr>
              <a:t>Kashef</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East Carolina and </a:t>
            </a:r>
            <a:r>
              <a:rPr lang="en-US" sz="2000" dirty="0" err="1">
                <a:latin typeface="Times New Roman" panose="02020603050405020304" pitchFamily="18" charset="0"/>
                <a:cs typeface="Times New Roman" panose="02020603050405020304" pitchFamily="18" charset="0"/>
              </a:rPr>
              <a:t>Effat</a:t>
            </a:r>
            <a:r>
              <a:rPr lang="en-US" sz="2000" dirty="0">
                <a:latin typeface="Times New Roman" panose="02020603050405020304" pitchFamily="18" charset="0"/>
                <a:cs typeface="Times New Roman" panose="02020603050405020304" pitchFamily="18" charset="0"/>
              </a:rPr>
              <a:t> University</a:t>
            </a:r>
            <a:endParaRPr lang="en-US" sz="2000" b="1"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Author 2: </a:t>
            </a:r>
            <a:r>
              <a:rPr lang="en-US" sz="2000" dirty="0">
                <a:latin typeface="Times New Roman" panose="02020603050405020304" pitchFamily="18" charset="0"/>
                <a:cs typeface="Times New Roman" panose="02020603050405020304" pitchFamily="18" charset="0"/>
              </a:rPr>
              <a:t>Anna </a:t>
            </a:r>
            <a:r>
              <a:rPr lang="en-US" sz="2000" dirty="0" err="1">
                <a:latin typeface="Times New Roman" panose="02020603050405020304" pitchFamily="18" charset="0"/>
                <a:cs typeface="Times New Roman" panose="02020603050405020304" pitchFamily="18" charset="0"/>
              </a:rPr>
              <a:t>Visvizi</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SGH Warsaw School of Economics and </a:t>
            </a:r>
            <a:r>
              <a:rPr lang="en-US" sz="2000" dirty="0" err="1">
                <a:latin typeface="Times New Roman" panose="02020603050405020304" pitchFamily="18" charset="0"/>
                <a:cs typeface="Times New Roman" panose="02020603050405020304" pitchFamily="18" charset="0"/>
              </a:rPr>
              <a:t>Effat</a:t>
            </a:r>
            <a:r>
              <a:rPr lang="en-US" sz="2000" dirty="0">
                <a:latin typeface="Times New Roman" panose="02020603050405020304" pitchFamily="18" charset="0"/>
                <a:cs typeface="Times New Roman" panose="02020603050405020304" pitchFamily="18" charset="0"/>
              </a:rPr>
              <a:t> University</a:t>
            </a:r>
            <a:endParaRPr lang="en-US" sz="2000" b="1"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Author 3: </a:t>
            </a:r>
            <a:r>
              <a:rPr lang="en-US" sz="2000" dirty="0">
                <a:latin typeface="Times New Roman" panose="02020603050405020304" pitchFamily="18" charset="0"/>
                <a:cs typeface="Times New Roman" panose="02020603050405020304" pitchFamily="18" charset="0"/>
              </a:rPr>
              <a:t>Mohamad </a:t>
            </a:r>
            <a:r>
              <a:rPr lang="en-US" sz="2000" dirty="0" err="1">
                <a:latin typeface="Times New Roman" panose="02020603050405020304" pitchFamily="18" charset="0"/>
                <a:cs typeface="Times New Roman" panose="02020603050405020304" pitchFamily="18" charset="0"/>
              </a:rPr>
              <a:t>Kashef</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University of </a:t>
            </a:r>
            <a:r>
              <a:rPr lang="en-US" sz="2000" dirty="0" err="1">
                <a:latin typeface="Times New Roman" panose="02020603050405020304" pitchFamily="18" charset="0"/>
                <a:cs typeface="Times New Roman" panose="02020603050405020304" pitchFamily="18" charset="0"/>
              </a:rPr>
              <a:t>salerno</a:t>
            </a:r>
            <a:endParaRPr lang="en-US" sz="2000" b="1"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Year of publication: </a:t>
            </a:r>
            <a:r>
              <a:rPr lang="en-US" sz="2000" dirty="0">
                <a:latin typeface="Times New Roman" panose="02020603050405020304" pitchFamily="18" charset="0"/>
                <a:cs typeface="Times New Roman" panose="02020603050405020304" pitchFamily="18" charset="0"/>
              </a:rPr>
              <a:t>2021</a:t>
            </a:r>
          </a:p>
        </p:txBody>
      </p:sp>
    </p:spTree>
    <p:extLst>
      <p:ext uri="{BB962C8B-B14F-4D97-AF65-F5344CB8AC3E}">
        <p14:creationId xmlns:p14="http://schemas.microsoft.com/office/powerpoint/2010/main" val="11342083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650DD-F453-3210-D062-F7584DCAD44C}"/>
              </a:ext>
            </a:extLst>
          </p:cNvPr>
          <p:cNvSpPr>
            <a:spLocks noGrp="1"/>
          </p:cNvSpPr>
          <p:nvPr>
            <p:ph type="title"/>
          </p:nvPr>
        </p:nvSpPr>
        <p:spPr>
          <a:xfrm>
            <a:off x="323528" y="274638"/>
            <a:ext cx="8363272" cy="1143000"/>
          </a:xfrm>
        </p:spPr>
        <p:txBody>
          <a:bodyPr/>
          <a:lstStyle/>
          <a:p>
            <a:r>
              <a:rPr lang="en-US" dirty="0"/>
              <a:t>About the paper</a:t>
            </a:r>
            <a:endParaRPr lang="en-IN" dirty="0"/>
          </a:p>
        </p:txBody>
      </p:sp>
      <p:sp>
        <p:nvSpPr>
          <p:cNvPr id="3" name="Footer Placeholder 2">
            <a:extLst>
              <a:ext uri="{FF2B5EF4-FFF2-40B4-BE49-F238E27FC236}">
                <a16:creationId xmlns:a16="http://schemas.microsoft.com/office/drawing/2014/main" id="{1E10ACA1-0EBB-CB97-17DA-6978FEF634DC}"/>
              </a:ext>
            </a:extLst>
          </p:cNvPr>
          <p:cNvSpPr>
            <a:spLocks noGrp="1"/>
          </p:cNvSpPr>
          <p:nvPr>
            <p:ph type="ftr" sz="quarter" idx="11"/>
          </p:nvPr>
        </p:nvSpPr>
        <p:spPr/>
        <p:txBody>
          <a:bodyPr/>
          <a:lstStyle/>
          <a:p>
            <a:pPr algn="ctr"/>
            <a:r>
              <a:rPr lang="en-IN"/>
              <a:t>GAT_CSE_17CSS86_2020-21</a:t>
            </a:r>
            <a:endParaRPr lang="en-IN" dirty="0"/>
          </a:p>
        </p:txBody>
      </p:sp>
      <p:sp>
        <p:nvSpPr>
          <p:cNvPr id="4" name="Content Placeholder 3">
            <a:extLst>
              <a:ext uri="{FF2B5EF4-FFF2-40B4-BE49-F238E27FC236}">
                <a16:creationId xmlns:a16="http://schemas.microsoft.com/office/drawing/2014/main" id="{F6DA5201-297D-4D78-DC00-EEC8BD73A93F}"/>
              </a:ext>
            </a:extLst>
          </p:cNvPr>
          <p:cNvSpPr>
            <a:spLocks noGrp="1"/>
          </p:cNvSpPr>
          <p:nvPr>
            <p:ph sz="quarter" idx="1"/>
          </p:nvPr>
        </p:nvSpPr>
        <p:spPr>
          <a:xfrm>
            <a:off x="323528" y="1447800"/>
            <a:ext cx="8363272" cy="4572000"/>
          </a:xfrm>
        </p:spPr>
        <p:txBody>
          <a:bodyPr/>
          <a:lstStyle/>
          <a:p>
            <a:pPr marL="0" indent="0">
              <a:lnSpc>
                <a:spcPct val="150000"/>
              </a:lnSpc>
              <a:buNone/>
            </a:pPr>
            <a:r>
              <a:rPr lang="en-US" sz="2000" b="1" dirty="0">
                <a:latin typeface="Times New Roman" panose="02020603050405020304" pitchFamily="18" charset="0"/>
                <a:cs typeface="Times New Roman" panose="02020603050405020304" pitchFamily="18" charset="0"/>
              </a:rPr>
              <a:t>Resource:  </a:t>
            </a:r>
            <a:r>
              <a:rPr lang="en-US" sz="2000" dirty="0">
                <a:latin typeface="Times New Roman" panose="02020603050405020304" pitchFamily="18" charset="0"/>
                <a:cs typeface="Times New Roman" panose="02020603050405020304" pitchFamily="18" charset="0"/>
              </a:rPr>
              <a:t>Elsevier</a:t>
            </a:r>
          </a:p>
          <a:p>
            <a:pPr marL="0" indent="0">
              <a:lnSpc>
                <a:spcPct val="150000"/>
              </a:lnSpc>
              <a:buNone/>
            </a:pPr>
            <a:r>
              <a:rPr lang="en-US" sz="2000" b="1" dirty="0">
                <a:latin typeface="Times New Roman" panose="02020603050405020304" pitchFamily="18" charset="0"/>
                <a:cs typeface="Times New Roman" panose="02020603050405020304" pitchFamily="18" charset="0"/>
              </a:rPr>
              <a:t>Link to the paper: </a:t>
            </a:r>
            <a:r>
              <a:rPr lang="en-US" sz="2000" dirty="0">
                <a:latin typeface="Times New Roman" panose="02020603050405020304" pitchFamily="18" charset="0"/>
                <a:cs typeface="Times New Roman" panose="02020603050405020304" pitchFamily="18" charset="0"/>
              </a:rPr>
              <a:t>https://www.sciencedirect.com/science/article/abs/pii/S0747563221002466</a:t>
            </a:r>
          </a:p>
          <a:p>
            <a:endParaRPr lang="en-US" sz="2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614976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B2507-92D0-4DFA-A648-287DED3CFC9E}"/>
              </a:ext>
            </a:extLst>
          </p:cNvPr>
          <p:cNvSpPr>
            <a:spLocks noGrp="1"/>
          </p:cNvSpPr>
          <p:nvPr>
            <p:ph type="title"/>
          </p:nvPr>
        </p:nvSpPr>
        <p:spPr>
          <a:xfrm>
            <a:off x="357158" y="274638"/>
            <a:ext cx="8329642" cy="994122"/>
          </a:xfrm>
        </p:spPr>
        <p:txBody>
          <a:bodyPr>
            <a:normAutofit/>
          </a:bodyPr>
          <a:lstStyle/>
          <a:p>
            <a:r>
              <a:rPr lang="en-IN" dirty="0"/>
              <a:t>Rationale for selecting the paper</a:t>
            </a:r>
          </a:p>
        </p:txBody>
      </p:sp>
      <p:sp>
        <p:nvSpPr>
          <p:cNvPr id="3" name="Footer Placeholder 2">
            <a:extLst>
              <a:ext uri="{FF2B5EF4-FFF2-40B4-BE49-F238E27FC236}">
                <a16:creationId xmlns:a16="http://schemas.microsoft.com/office/drawing/2014/main" id="{67DBEA45-67F9-40E0-A709-05CD33403D45}"/>
              </a:ext>
            </a:extLst>
          </p:cNvPr>
          <p:cNvSpPr>
            <a:spLocks noGrp="1"/>
          </p:cNvSpPr>
          <p:nvPr>
            <p:ph type="ftr" sz="quarter" idx="11"/>
          </p:nvPr>
        </p:nvSpPr>
        <p:spPr>
          <a:xfrm>
            <a:off x="2590800" y="6143644"/>
            <a:ext cx="3962400" cy="457200"/>
          </a:xfrm>
        </p:spPr>
        <p:txBody>
          <a:bodyPr/>
          <a:lstStyle/>
          <a:p>
            <a:pPr algn="ctr"/>
            <a:r>
              <a:rPr lang="en-IN" dirty="0"/>
              <a:t>GAT_CSE_18CSS84_2021-22</a:t>
            </a:r>
          </a:p>
        </p:txBody>
      </p:sp>
      <p:sp>
        <p:nvSpPr>
          <p:cNvPr id="5" name="Content Placeholder 4">
            <a:extLst>
              <a:ext uri="{FF2B5EF4-FFF2-40B4-BE49-F238E27FC236}">
                <a16:creationId xmlns:a16="http://schemas.microsoft.com/office/drawing/2014/main" id="{92EEAC95-09B8-42BD-8E3A-225A2A7378D1}"/>
              </a:ext>
            </a:extLst>
          </p:cNvPr>
          <p:cNvSpPr>
            <a:spLocks noGrp="1"/>
          </p:cNvSpPr>
          <p:nvPr>
            <p:ph sz="quarter" idx="1"/>
          </p:nvPr>
        </p:nvSpPr>
        <p:spPr>
          <a:xfrm>
            <a:off x="251520" y="1268760"/>
            <a:ext cx="8435280" cy="4751040"/>
          </a:xfrm>
        </p:spPr>
        <p:txBody>
          <a:bodyPr>
            <a:normAutofit fontScale="62500" lnSpcReduction="20000"/>
          </a:bodyPr>
          <a:lstStyle/>
          <a:p>
            <a:pPr marL="342900" indent="-342900" algn="just">
              <a:lnSpc>
                <a:spcPct val="17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 value of mesh-technology should be explored.</a:t>
            </a:r>
          </a:p>
          <a:p>
            <a:pPr marL="342900" indent="-342900" algn="just">
              <a:lnSpc>
                <a:spcPct val="17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Highlight the mechanisms by means of which they might be involved in the co-design of smart city solutions and in urban decision-making. </a:t>
            </a:r>
          </a:p>
          <a:p>
            <a:pPr marL="342900" indent="-342900" algn="just">
              <a:lnSpc>
                <a:spcPct val="17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 bridge these two imperatives, smart city is conceptualized as a smart service system and, consequently, a wireless integrated mesh-technology enhanced (WIMTE) smart city surveillance system is elaborated.</a:t>
            </a:r>
          </a:p>
          <a:p>
            <a:pPr marL="342900" indent="-342900" algn="just">
              <a:lnSpc>
                <a:spcPct val="17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 explore dimensions of the complex HCI in the smart city context.</a:t>
            </a:r>
          </a:p>
          <a:p>
            <a:pPr marL="342900" indent="-342900" algn="just">
              <a:lnSpc>
                <a:spcPct val="17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 governance should be to engage people as end-users, citizens and as contributors to the innovative strength of the smart city. </a:t>
            </a:r>
          </a:p>
          <a:p>
            <a:pPr marL="342900" indent="-342900" algn="just">
              <a:lnSpc>
                <a:spcPct val="170000"/>
              </a:lnSpc>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7994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B2507-92D0-4DFA-A648-287DED3CFC9E}"/>
              </a:ext>
            </a:extLst>
          </p:cNvPr>
          <p:cNvSpPr>
            <a:spLocks noGrp="1"/>
          </p:cNvSpPr>
          <p:nvPr>
            <p:ph type="title"/>
          </p:nvPr>
        </p:nvSpPr>
        <p:spPr>
          <a:xfrm>
            <a:off x="323528" y="274638"/>
            <a:ext cx="8363272" cy="850106"/>
          </a:xfrm>
        </p:spPr>
        <p:txBody>
          <a:bodyPr/>
          <a:lstStyle/>
          <a:p>
            <a:r>
              <a:rPr lang="en-IN" dirty="0"/>
              <a:t>Abstract</a:t>
            </a:r>
          </a:p>
        </p:txBody>
      </p:sp>
      <p:sp>
        <p:nvSpPr>
          <p:cNvPr id="3" name="Footer Placeholder 2">
            <a:extLst>
              <a:ext uri="{FF2B5EF4-FFF2-40B4-BE49-F238E27FC236}">
                <a16:creationId xmlns:a16="http://schemas.microsoft.com/office/drawing/2014/main" id="{67DBEA45-67F9-40E0-A709-05CD33403D45}"/>
              </a:ext>
            </a:extLst>
          </p:cNvPr>
          <p:cNvSpPr>
            <a:spLocks noGrp="1"/>
          </p:cNvSpPr>
          <p:nvPr>
            <p:ph type="ftr" sz="quarter" idx="11"/>
          </p:nvPr>
        </p:nvSpPr>
        <p:spPr>
          <a:xfrm>
            <a:off x="2590800" y="6354762"/>
            <a:ext cx="3962400" cy="457200"/>
          </a:xfrm>
        </p:spPr>
        <p:txBody>
          <a:bodyPr/>
          <a:lstStyle/>
          <a:p>
            <a:pPr algn="ctr"/>
            <a:r>
              <a:rPr lang="en-IN" dirty="0"/>
              <a:t>GAT_CSE_18CSS84_2021-22</a:t>
            </a:r>
          </a:p>
        </p:txBody>
      </p:sp>
      <p:sp>
        <p:nvSpPr>
          <p:cNvPr id="5" name="Content Placeholder 4">
            <a:extLst>
              <a:ext uri="{FF2B5EF4-FFF2-40B4-BE49-F238E27FC236}">
                <a16:creationId xmlns:a16="http://schemas.microsoft.com/office/drawing/2014/main" id="{92EEAC95-09B8-42BD-8E3A-225A2A7378D1}"/>
              </a:ext>
            </a:extLst>
          </p:cNvPr>
          <p:cNvSpPr>
            <a:spLocks noGrp="1"/>
          </p:cNvSpPr>
          <p:nvPr>
            <p:ph sz="quarter" idx="1"/>
          </p:nvPr>
        </p:nvSpPr>
        <p:spPr>
          <a:xfrm>
            <a:off x="323528" y="1124744"/>
            <a:ext cx="8363272" cy="4895056"/>
          </a:xfrm>
        </p:spPr>
        <p:txBody>
          <a:bodyPr>
            <a:noAutofit/>
          </a:bodyPr>
          <a:lstStyle/>
          <a:p>
            <a:pPr marL="342900" indent="-342900" algn="just">
              <a:lnSpc>
                <a:spcPct val="17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Smart city services, smart applications and smart devices form an ecosystem of tools and artifacts that challenge, and times even disrupt, conventions, norms, and rites of behavior, thus prompting diverse behavioral changes at the level of the individual, the group, and the society at large.</a:t>
            </a:r>
          </a:p>
          <a:p>
            <a:pPr marL="342900" indent="-342900" algn="just">
              <a:lnSpc>
                <a:spcPct val="17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By adopting this perspective, this paper queries the existing smart city surveillance systems to identify their key limitations and sources of frequently justified controversies. </a:t>
            </a:r>
          </a:p>
          <a:p>
            <a:pPr marL="342900" indent="-342900" algn="just">
              <a:lnSpc>
                <a:spcPct val="17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This paper aims to conceptualize the essential ingredients of a high-tech, state of the art, smart city surveillance system (WIMTE) that can enhance smart cities’ safety and security and doubles as a critical tool for infrastructure management and infectious disease control. </a:t>
            </a:r>
          </a:p>
        </p:txBody>
      </p:sp>
    </p:spTree>
    <p:extLst>
      <p:ext uri="{BB962C8B-B14F-4D97-AF65-F5344CB8AC3E}">
        <p14:creationId xmlns:p14="http://schemas.microsoft.com/office/powerpoint/2010/main" val="2367994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DBEC8-D960-92FD-D2CE-2CBC8DD80009}"/>
              </a:ext>
            </a:extLst>
          </p:cNvPr>
          <p:cNvSpPr>
            <a:spLocks noGrp="1"/>
          </p:cNvSpPr>
          <p:nvPr>
            <p:ph type="title"/>
          </p:nvPr>
        </p:nvSpPr>
        <p:spPr>
          <a:xfrm>
            <a:off x="395536" y="274638"/>
            <a:ext cx="8291264" cy="1049318"/>
          </a:xfrm>
        </p:spPr>
        <p:txBody>
          <a:bodyPr/>
          <a:lstStyle/>
          <a:p>
            <a:r>
              <a:rPr lang="en-US" dirty="0"/>
              <a:t>System Architecture</a:t>
            </a:r>
            <a:endParaRPr lang="en-IN" dirty="0"/>
          </a:p>
        </p:txBody>
      </p:sp>
      <p:sp>
        <p:nvSpPr>
          <p:cNvPr id="3" name="Footer Placeholder 2">
            <a:extLst>
              <a:ext uri="{FF2B5EF4-FFF2-40B4-BE49-F238E27FC236}">
                <a16:creationId xmlns:a16="http://schemas.microsoft.com/office/drawing/2014/main" id="{825AE306-DEA2-A4C3-6BA5-8E666972B0E7}"/>
              </a:ext>
            </a:extLst>
          </p:cNvPr>
          <p:cNvSpPr>
            <a:spLocks noGrp="1"/>
          </p:cNvSpPr>
          <p:nvPr>
            <p:ph type="ftr" sz="quarter" idx="11"/>
          </p:nvPr>
        </p:nvSpPr>
        <p:spPr/>
        <p:txBody>
          <a:bodyPr/>
          <a:lstStyle/>
          <a:p>
            <a:pPr algn="ctr"/>
            <a:r>
              <a:rPr lang="en-IN" dirty="0"/>
              <a:t>GAT_CSE_18CSS84_2021-22</a:t>
            </a:r>
          </a:p>
        </p:txBody>
      </p:sp>
      <p:pic>
        <p:nvPicPr>
          <p:cNvPr id="5" name="Content Placeholder 4">
            <a:extLst>
              <a:ext uri="{FF2B5EF4-FFF2-40B4-BE49-F238E27FC236}">
                <a16:creationId xmlns:a16="http://schemas.microsoft.com/office/drawing/2014/main" id="{CB5535D8-7113-E453-1F9A-D9497CE894A5}"/>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971600" y="1251790"/>
            <a:ext cx="6857002" cy="4768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49616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8C12D-005A-5308-BC9E-8957F68E5117}"/>
              </a:ext>
            </a:extLst>
          </p:cNvPr>
          <p:cNvSpPr>
            <a:spLocks noGrp="1"/>
          </p:cNvSpPr>
          <p:nvPr>
            <p:ph type="title"/>
          </p:nvPr>
        </p:nvSpPr>
        <p:spPr>
          <a:xfrm>
            <a:off x="395536" y="274638"/>
            <a:ext cx="8291264" cy="1049318"/>
          </a:xfrm>
        </p:spPr>
        <p:txBody>
          <a:bodyPr/>
          <a:lstStyle/>
          <a:p>
            <a:r>
              <a:rPr lang="en-US" dirty="0"/>
              <a:t>System Architecture</a:t>
            </a:r>
            <a:endParaRPr lang="en-IN" dirty="0"/>
          </a:p>
        </p:txBody>
      </p:sp>
      <p:sp>
        <p:nvSpPr>
          <p:cNvPr id="3" name="Footer Placeholder 2">
            <a:extLst>
              <a:ext uri="{FF2B5EF4-FFF2-40B4-BE49-F238E27FC236}">
                <a16:creationId xmlns:a16="http://schemas.microsoft.com/office/drawing/2014/main" id="{44483C8D-8142-D203-6E99-D534E04AF3DB}"/>
              </a:ext>
            </a:extLst>
          </p:cNvPr>
          <p:cNvSpPr>
            <a:spLocks noGrp="1"/>
          </p:cNvSpPr>
          <p:nvPr>
            <p:ph type="ftr" sz="quarter" idx="11"/>
          </p:nvPr>
        </p:nvSpPr>
        <p:spPr/>
        <p:txBody>
          <a:bodyPr/>
          <a:lstStyle/>
          <a:p>
            <a:pPr algn="ctr"/>
            <a:r>
              <a:rPr lang="en-IN" dirty="0"/>
              <a:t>GAT_CSE_18CSS84_2021-22</a:t>
            </a:r>
          </a:p>
        </p:txBody>
      </p:sp>
      <p:sp>
        <p:nvSpPr>
          <p:cNvPr id="4" name="Content Placeholder 3">
            <a:extLst>
              <a:ext uri="{FF2B5EF4-FFF2-40B4-BE49-F238E27FC236}">
                <a16:creationId xmlns:a16="http://schemas.microsoft.com/office/drawing/2014/main" id="{4A31CC69-0D92-6AC7-6326-69F61FF938C5}"/>
              </a:ext>
            </a:extLst>
          </p:cNvPr>
          <p:cNvSpPr>
            <a:spLocks noGrp="1"/>
          </p:cNvSpPr>
          <p:nvPr>
            <p:ph sz="quarter" idx="1"/>
          </p:nvPr>
        </p:nvSpPr>
        <p:spPr>
          <a:xfrm>
            <a:off x="395536" y="1447800"/>
            <a:ext cx="8291264" cy="4572000"/>
          </a:xfrm>
        </p:spPr>
        <p:txBody>
          <a:bodyPr>
            <a:noAutofit/>
          </a:bodyPr>
          <a:lstStyle/>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Recent approaches to the study of the smart city suggest the value of viewing the smart city from a three-tiered perspective, i.e., as an analytical concept.</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smart city turns into the key venue in which information needs to be managed both efficiently and sustainably.</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process of managing information in the smart city efficiently and sustainably requires that the mechanisms that bring the city inhabitants, and allow them to engage in a meaningful and constructive/innovative ways.</a:t>
            </a:r>
          </a:p>
          <a:p>
            <a:pPr marL="285750" indent="-285750" algn="just">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2214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39D49-6DB8-42D2-9A5F-B9C0C35F4B79}"/>
              </a:ext>
            </a:extLst>
          </p:cNvPr>
          <p:cNvSpPr>
            <a:spLocks noGrp="1"/>
          </p:cNvSpPr>
          <p:nvPr>
            <p:ph type="title"/>
          </p:nvPr>
        </p:nvSpPr>
        <p:spPr>
          <a:xfrm>
            <a:off x="251520" y="274638"/>
            <a:ext cx="8435280" cy="942286"/>
          </a:xfrm>
        </p:spPr>
        <p:txBody>
          <a:bodyPr/>
          <a:lstStyle/>
          <a:p>
            <a:r>
              <a:rPr lang="en-US" dirty="0"/>
              <a:t>Applications</a:t>
            </a:r>
            <a:endParaRPr lang="en-IN" dirty="0"/>
          </a:p>
        </p:txBody>
      </p:sp>
      <p:sp>
        <p:nvSpPr>
          <p:cNvPr id="3" name="Footer Placeholder 2">
            <a:extLst>
              <a:ext uri="{FF2B5EF4-FFF2-40B4-BE49-F238E27FC236}">
                <a16:creationId xmlns:a16="http://schemas.microsoft.com/office/drawing/2014/main" id="{F9E43119-FA77-4C42-A38C-64C6211B910D}"/>
              </a:ext>
            </a:extLst>
          </p:cNvPr>
          <p:cNvSpPr>
            <a:spLocks noGrp="1"/>
          </p:cNvSpPr>
          <p:nvPr>
            <p:ph type="ftr" sz="quarter" idx="11"/>
          </p:nvPr>
        </p:nvSpPr>
        <p:spPr/>
        <p:txBody>
          <a:bodyPr/>
          <a:lstStyle/>
          <a:p>
            <a:pPr algn="ctr"/>
            <a:r>
              <a:rPr lang="en-IN" dirty="0"/>
              <a:t>GAT_CSE_18CSS84_2021-22</a:t>
            </a:r>
          </a:p>
        </p:txBody>
      </p:sp>
      <p:sp>
        <p:nvSpPr>
          <p:cNvPr id="9" name="Content Placeholder 8"/>
          <p:cNvSpPr>
            <a:spLocks noGrp="1"/>
          </p:cNvSpPr>
          <p:nvPr>
            <p:ph sz="quarter" idx="1"/>
          </p:nvPr>
        </p:nvSpPr>
        <p:spPr>
          <a:xfrm>
            <a:off x="251520" y="1340768"/>
            <a:ext cx="8435280" cy="4896544"/>
          </a:xfrm>
        </p:spPr>
        <p:txBody>
          <a:bodyPr>
            <a:normAutofit/>
          </a:bodyPr>
          <a:lstStyle/>
          <a:p>
            <a:pPr algn="just">
              <a:lnSpc>
                <a:spcPct val="150000"/>
              </a:lnSpc>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Battlefield surveillance</a:t>
            </a:r>
          </a:p>
          <a:p>
            <a:pPr algn="just">
              <a:lnSpc>
                <a:spcPct val="150000"/>
              </a:lnSpc>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Tunnels</a:t>
            </a:r>
          </a:p>
          <a:p>
            <a:pPr algn="just">
              <a:lnSpc>
                <a:spcPct val="150000"/>
              </a:lnSpc>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Mobile video applications</a:t>
            </a:r>
          </a:p>
          <a:p>
            <a:pPr algn="just">
              <a:lnSpc>
                <a:spcPct val="150000"/>
              </a:lnSpc>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Real time car racing</a:t>
            </a:r>
          </a:p>
          <a:p>
            <a:pPr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a:t>
            </a:r>
            <a:r>
              <a:rPr lang="en-IN" sz="2000" i="0" u="none" strike="noStrike" dirty="0">
                <a:effectLst/>
                <a:latin typeface="Times New Roman" panose="02020603050405020304" pitchFamily="18" charset="0"/>
                <a:cs typeface="Times New Roman" panose="02020603050405020304" pitchFamily="18" charset="0"/>
              </a:rPr>
              <a:t>n-vehicle video surveillance</a:t>
            </a:r>
            <a:endParaRPr lang="en-IN" sz="2000" u="none" strike="noStrike"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IN" sz="2000" i="0" dirty="0">
                <a:effectLst/>
                <a:latin typeface="Times New Roman" panose="02020603050405020304" pitchFamily="18" charset="0"/>
                <a:cs typeface="Times New Roman" panose="02020603050405020304" pitchFamily="18" charset="0"/>
              </a:rPr>
              <a:t>Smart Meters</a:t>
            </a:r>
          </a:p>
          <a:p>
            <a:pPr algn="just">
              <a:lnSpc>
                <a:spcPct val="150000"/>
              </a:lnSpc>
              <a:buFont typeface="Arial" panose="020B0604020202020204" pitchFamily="34" charset="0"/>
              <a:buChar char="•"/>
            </a:pPr>
            <a:r>
              <a:rPr lang="en-IN" sz="2000" i="0" dirty="0">
                <a:effectLst/>
                <a:latin typeface="Times New Roman" panose="02020603050405020304" pitchFamily="18" charset="0"/>
                <a:cs typeface="Times New Roman" panose="02020603050405020304" pitchFamily="18" charset="0"/>
              </a:rPr>
              <a:t>Intelligent Transportation</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3556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235CE-16EC-D67A-817D-FA7E58437F99}"/>
              </a:ext>
            </a:extLst>
          </p:cNvPr>
          <p:cNvSpPr>
            <a:spLocks noGrp="1"/>
          </p:cNvSpPr>
          <p:nvPr>
            <p:ph type="title"/>
          </p:nvPr>
        </p:nvSpPr>
        <p:spPr>
          <a:xfrm>
            <a:off x="395536" y="274638"/>
            <a:ext cx="8291264" cy="922114"/>
          </a:xfrm>
        </p:spPr>
        <p:txBody>
          <a:bodyPr/>
          <a:lstStyle/>
          <a:p>
            <a:r>
              <a:rPr lang="en-US" dirty="0"/>
              <a:t>Results</a:t>
            </a:r>
            <a:endParaRPr lang="en-IN" dirty="0"/>
          </a:p>
        </p:txBody>
      </p:sp>
      <p:sp>
        <p:nvSpPr>
          <p:cNvPr id="3" name="Footer Placeholder 2">
            <a:extLst>
              <a:ext uri="{FF2B5EF4-FFF2-40B4-BE49-F238E27FC236}">
                <a16:creationId xmlns:a16="http://schemas.microsoft.com/office/drawing/2014/main" id="{3C1BE9A4-347A-82AD-3BAC-163D0A80D912}"/>
              </a:ext>
            </a:extLst>
          </p:cNvPr>
          <p:cNvSpPr>
            <a:spLocks noGrp="1"/>
          </p:cNvSpPr>
          <p:nvPr>
            <p:ph type="ftr" sz="quarter" idx="11"/>
          </p:nvPr>
        </p:nvSpPr>
        <p:spPr/>
        <p:txBody>
          <a:bodyPr/>
          <a:lstStyle/>
          <a:p>
            <a:pPr algn="ctr"/>
            <a:r>
              <a:rPr lang="en-IN" dirty="0"/>
              <a:t>GAT_CSE_18CSS84_2021-22</a:t>
            </a:r>
          </a:p>
        </p:txBody>
      </p:sp>
      <p:pic>
        <p:nvPicPr>
          <p:cNvPr id="5" name="Content Placeholder 4">
            <a:extLst>
              <a:ext uri="{FF2B5EF4-FFF2-40B4-BE49-F238E27FC236}">
                <a16:creationId xmlns:a16="http://schemas.microsoft.com/office/drawing/2014/main" id="{39C967D6-61A7-E5C9-8BF4-FB0827EC6E63}"/>
              </a:ext>
            </a:extLst>
          </p:cNvPr>
          <p:cNvPicPr>
            <a:picLocks noGrp="1" noChangeAspect="1"/>
          </p:cNvPicPr>
          <p:nvPr>
            <p:ph sz="quarter" idx="1"/>
          </p:nvPr>
        </p:nvPicPr>
        <p:blipFill>
          <a:blip r:embed="rId2"/>
          <a:stretch>
            <a:fillRect/>
          </a:stretch>
        </p:blipFill>
        <p:spPr>
          <a:xfrm>
            <a:off x="690562" y="1686108"/>
            <a:ext cx="7762875" cy="3968179"/>
          </a:xfrm>
          <a:prstGeom prst="rect">
            <a:avLst/>
          </a:prstGeom>
        </p:spPr>
      </p:pic>
    </p:spTree>
    <p:extLst>
      <p:ext uri="{BB962C8B-B14F-4D97-AF65-F5344CB8AC3E}">
        <p14:creationId xmlns:p14="http://schemas.microsoft.com/office/powerpoint/2010/main" val="809045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6C140-4357-3BC7-FB5A-E6A75DCABB0F}"/>
              </a:ext>
            </a:extLst>
          </p:cNvPr>
          <p:cNvSpPr>
            <a:spLocks noGrp="1"/>
          </p:cNvSpPr>
          <p:nvPr>
            <p:ph type="title"/>
          </p:nvPr>
        </p:nvSpPr>
        <p:spPr>
          <a:xfrm>
            <a:off x="323528" y="274638"/>
            <a:ext cx="8363272" cy="1049318"/>
          </a:xfrm>
        </p:spPr>
        <p:txBody>
          <a:bodyPr/>
          <a:lstStyle/>
          <a:p>
            <a:r>
              <a:rPr lang="en-US" dirty="0"/>
              <a:t>Results</a:t>
            </a:r>
            <a:endParaRPr lang="en-IN" dirty="0"/>
          </a:p>
        </p:txBody>
      </p:sp>
      <p:sp>
        <p:nvSpPr>
          <p:cNvPr id="3" name="Footer Placeholder 2">
            <a:extLst>
              <a:ext uri="{FF2B5EF4-FFF2-40B4-BE49-F238E27FC236}">
                <a16:creationId xmlns:a16="http://schemas.microsoft.com/office/drawing/2014/main" id="{C446DF0B-AEDB-B9CF-9E3C-1088B4F5BCDE}"/>
              </a:ext>
            </a:extLst>
          </p:cNvPr>
          <p:cNvSpPr>
            <a:spLocks noGrp="1"/>
          </p:cNvSpPr>
          <p:nvPr>
            <p:ph type="ftr" sz="quarter" idx="11"/>
          </p:nvPr>
        </p:nvSpPr>
        <p:spPr>
          <a:xfrm>
            <a:off x="2285984" y="6381328"/>
            <a:ext cx="3962400" cy="219516"/>
          </a:xfrm>
        </p:spPr>
        <p:txBody>
          <a:bodyPr/>
          <a:lstStyle/>
          <a:p>
            <a:pPr algn="ctr"/>
            <a:r>
              <a:rPr lang="en-IN" dirty="0"/>
              <a:t>GAT_CSE_18CSS84_2021-22</a:t>
            </a:r>
          </a:p>
        </p:txBody>
      </p:sp>
      <p:sp>
        <p:nvSpPr>
          <p:cNvPr id="4" name="Content Placeholder 3">
            <a:extLst>
              <a:ext uri="{FF2B5EF4-FFF2-40B4-BE49-F238E27FC236}">
                <a16:creationId xmlns:a16="http://schemas.microsoft.com/office/drawing/2014/main" id="{6017B49B-32D5-7890-D2E6-16C884D6629F}"/>
              </a:ext>
            </a:extLst>
          </p:cNvPr>
          <p:cNvSpPr>
            <a:spLocks noGrp="1"/>
          </p:cNvSpPr>
          <p:nvPr>
            <p:ph sz="quarter" idx="1"/>
          </p:nvPr>
        </p:nvSpPr>
        <p:spPr>
          <a:xfrm>
            <a:off x="323528" y="1412776"/>
            <a:ext cx="8496944" cy="4730868"/>
          </a:xfrm>
        </p:spPr>
        <p:txBody>
          <a:bodyPr>
            <a:noAutofit/>
          </a:bodyPr>
          <a:lstStyle/>
          <a:p>
            <a:pPr algn="just">
              <a:lnSpc>
                <a:spcPct val="150000"/>
              </a:lnSpc>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The conceptual model introduced identifies: </a:t>
            </a:r>
          </a:p>
          <a:p>
            <a:pPr marL="571500" indent="-571500" algn="just">
              <a:lnSpc>
                <a:spcPct val="150000"/>
              </a:lnSpc>
              <a:buFont typeface="+mj-lt"/>
              <a:buAutoNum type="romanLcPeriod"/>
            </a:pPr>
            <a:r>
              <a:rPr lang="en-US" sz="1900" dirty="0">
                <a:latin typeface="Times New Roman" panose="02020603050405020304" pitchFamily="18" charset="0"/>
                <a:cs typeface="Times New Roman" panose="02020603050405020304" pitchFamily="18" charset="0"/>
              </a:rPr>
              <a:t>The main technological drivers for smart surveillance to redefine smart cities infrastructure to challenge epidemic</a:t>
            </a:r>
          </a:p>
          <a:p>
            <a:pPr marL="342900" indent="-342900" algn="just">
              <a:lnSpc>
                <a:spcPct val="150000"/>
              </a:lnSpc>
              <a:buAutoNum type="romanLcPeriod"/>
            </a:pPr>
            <a:r>
              <a:rPr lang="en-US" sz="1900" dirty="0">
                <a:latin typeface="Times New Roman" panose="02020603050405020304" pitchFamily="18" charset="0"/>
                <a:cs typeface="Times New Roman" panose="02020603050405020304" pitchFamily="18" charset="0"/>
              </a:rPr>
              <a:t>The complex process of redefinition of actor’s interactions and communication modalities between actors</a:t>
            </a:r>
          </a:p>
          <a:p>
            <a:pPr marL="342900" indent="-342900" algn="just">
              <a:lnSpc>
                <a:spcPct val="150000"/>
              </a:lnSpc>
              <a:buAutoNum type="romanLcPeriod"/>
            </a:pPr>
            <a:r>
              <a:rPr lang="en-US" sz="1900" dirty="0">
                <a:latin typeface="Times New Roman" panose="02020603050405020304" pitchFamily="18" charset="0"/>
                <a:cs typeface="Times New Roman" panose="02020603050405020304" pitchFamily="18" charset="0"/>
              </a:rPr>
              <a:t>The key determinants of social change as a result of the transformation of citizens attitude toward technology and behavior.</a:t>
            </a:r>
          </a:p>
          <a:p>
            <a:pPr algn="just">
              <a:lnSpc>
                <a:spcPct val="150000"/>
              </a:lnSpc>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The integrated WIMTE framework proposed in this study contributes to shed light on how ecosystems can challenge social and economic crisis through the integration of technologies with human attitude and individual intentions.</a:t>
            </a:r>
          </a:p>
        </p:txBody>
      </p:sp>
    </p:spTree>
    <p:extLst>
      <p:ext uri="{BB962C8B-B14F-4D97-AF65-F5344CB8AC3E}">
        <p14:creationId xmlns:p14="http://schemas.microsoft.com/office/powerpoint/2010/main" val="3143281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85A3C-25A2-A9B3-6422-FDADFCD054ED}"/>
              </a:ext>
            </a:extLst>
          </p:cNvPr>
          <p:cNvSpPr>
            <a:spLocks noGrp="1"/>
          </p:cNvSpPr>
          <p:nvPr>
            <p:ph type="title"/>
          </p:nvPr>
        </p:nvSpPr>
        <p:spPr>
          <a:xfrm>
            <a:off x="395536" y="274638"/>
            <a:ext cx="8291264" cy="1143000"/>
          </a:xfrm>
        </p:spPr>
        <p:txBody>
          <a:bodyPr/>
          <a:lstStyle/>
          <a:p>
            <a:r>
              <a:rPr lang="en-US" dirty="0"/>
              <a:t>Results</a:t>
            </a:r>
            <a:endParaRPr lang="en-IN" dirty="0"/>
          </a:p>
        </p:txBody>
      </p:sp>
      <p:sp>
        <p:nvSpPr>
          <p:cNvPr id="3" name="Footer Placeholder 2">
            <a:extLst>
              <a:ext uri="{FF2B5EF4-FFF2-40B4-BE49-F238E27FC236}">
                <a16:creationId xmlns:a16="http://schemas.microsoft.com/office/drawing/2014/main" id="{12F61DCD-BD1F-9BA8-5066-6BE226D4F2F9}"/>
              </a:ext>
            </a:extLst>
          </p:cNvPr>
          <p:cNvSpPr>
            <a:spLocks noGrp="1"/>
          </p:cNvSpPr>
          <p:nvPr>
            <p:ph type="ftr" sz="quarter" idx="11"/>
          </p:nvPr>
        </p:nvSpPr>
        <p:spPr/>
        <p:txBody>
          <a:bodyPr/>
          <a:lstStyle/>
          <a:p>
            <a:pPr algn="ctr"/>
            <a:r>
              <a:rPr lang="en-IN"/>
              <a:t>GAT_CSE_17CSS86_2020-21</a:t>
            </a:r>
            <a:endParaRPr lang="en-IN" dirty="0"/>
          </a:p>
        </p:txBody>
      </p:sp>
      <p:sp>
        <p:nvSpPr>
          <p:cNvPr id="4" name="Content Placeholder 3">
            <a:extLst>
              <a:ext uri="{FF2B5EF4-FFF2-40B4-BE49-F238E27FC236}">
                <a16:creationId xmlns:a16="http://schemas.microsoft.com/office/drawing/2014/main" id="{C9B1D2F2-E626-3A95-8D7B-7A779F6F32B8}"/>
              </a:ext>
            </a:extLst>
          </p:cNvPr>
          <p:cNvSpPr>
            <a:spLocks noGrp="1"/>
          </p:cNvSpPr>
          <p:nvPr>
            <p:ph sz="quarter" idx="1"/>
          </p:nvPr>
        </p:nvSpPr>
        <p:spPr>
          <a:xfrm>
            <a:off x="395536" y="1447800"/>
            <a:ext cx="8291264" cy="4572000"/>
          </a:xfrm>
        </p:spPr>
        <p:txBody>
          <a:bodyPr/>
          <a:lstStyle/>
          <a:p>
            <a:pPr algn="just">
              <a:lnSpc>
                <a:spcPct val="150000"/>
              </a:lnSpc>
            </a:pPr>
            <a:r>
              <a:rPr lang="en-US" sz="2000" dirty="0">
                <a:latin typeface="Times New Roman" panose="02020603050405020304" pitchFamily="18" charset="0"/>
                <a:cs typeface="Times New Roman" panose="02020603050405020304" pitchFamily="18" charset="0"/>
              </a:rPr>
              <a:t>The elaboration of a model that examines how technology can redefine humans’ interactions in smart cities can address a gap in literature related to the absence of studies exploring the role of ICT.</a:t>
            </a:r>
          </a:p>
          <a:p>
            <a:endParaRPr lang="en-IN" dirty="0"/>
          </a:p>
        </p:txBody>
      </p:sp>
    </p:spTree>
    <p:extLst>
      <p:ext uri="{BB962C8B-B14F-4D97-AF65-F5344CB8AC3E}">
        <p14:creationId xmlns:p14="http://schemas.microsoft.com/office/powerpoint/2010/main" val="3595965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39D49-6DB8-42D2-9A5F-B9C0C35F4B79}"/>
              </a:ext>
            </a:extLst>
          </p:cNvPr>
          <p:cNvSpPr>
            <a:spLocks noGrp="1"/>
          </p:cNvSpPr>
          <p:nvPr>
            <p:ph type="title"/>
          </p:nvPr>
        </p:nvSpPr>
        <p:spPr>
          <a:xfrm>
            <a:off x="323528" y="274638"/>
            <a:ext cx="8363272" cy="1143000"/>
          </a:xfrm>
        </p:spPr>
        <p:txBody>
          <a:bodyPr/>
          <a:lstStyle/>
          <a:p>
            <a:r>
              <a:rPr lang="en-US" dirty="0"/>
              <a:t>References</a:t>
            </a:r>
            <a:endParaRPr lang="en-IN" dirty="0"/>
          </a:p>
        </p:txBody>
      </p:sp>
      <p:sp>
        <p:nvSpPr>
          <p:cNvPr id="3" name="Footer Placeholder 2">
            <a:extLst>
              <a:ext uri="{FF2B5EF4-FFF2-40B4-BE49-F238E27FC236}">
                <a16:creationId xmlns:a16="http://schemas.microsoft.com/office/drawing/2014/main" id="{F9E43119-FA77-4C42-A38C-64C6211B910D}"/>
              </a:ext>
            </a:extLst>
          </p:cNvPr>
          <p:cNvSpPr>
            <a:spLocks noGrp="1"/>
          </p:cNvSpPr>
          <p:nvPr>
            <p:ph type="ftr" sz="quarter" idx="11"/>
          </p:nvPr>
        </p:nvSpPr>
        <p:spPr/>
        <p:txBody>
          <a:bodyPr/>
          <a:lstStyle/>
          <a:p>
            <a:pPr algn="ctr"/>
            <a:r>
              <a:rPr lang="en-IN" dirty="0"/>
              <a:t>GAT_CSE_18CSS84_2021-22</a:t>
            </a:r>
          </a:p>
        </p:txBody>
      </p:sp>
      <p:sp>
        <p:nvSpPr>
          <p:cNvPr id="9" name="Content Placeholder 8"/>
          <p:cNvSpPr>
            <a:spLocks noGrp="1"/>
          </p:cNvSpPr>
          <p:nvPr>
            <p:ph sz="quarter" idx="1"/>
          </p:nvPr>
        </p:nvSpPr>
        <p:spPr>
          <a:xfrm>
            <a:off x="323528" y="1556792"/>
            <a:ext cx="8363272" cy="4586852"/>
          </a:xfrm>
        </p:spPr>
        <p:txBody>
          <a:bodyPr>
            <a:normAutofit fontScale="62500" lnSpcReduction="20000"/>
          </a:bodyPr>
          <a:lstStyle/>
          <a:p>
            <a:pPr marL="342900" indent="-342900" algn="just">
              <a:lnSpc>
                <a:spcPct val="170000"/>
              </a:lnSpc>
              <a:buAutoNum type="arabicPeriod"/>
            </a:pPr>
            <a:r>
              <a:rPr lang="en-US" dirty="0">
                <a:latin typeface="Times New Roman" panose="02020603050405020304" pitchFamily="18" charset="0"/>
                <a:cs typeface="Times New Roman" panose="02020603050405020304" pitchFamily="18" charset="0"/>
              </a:rPr>
              <a:t>A. Joy, C. Babu and D. A. Chandy, "Enhanced Security Mechanism for ATM Machines," 2021 7th International Conference on Advanced Computing and Communication Systems (ICACCS), 2021.</a:t>
            </a:r>
          </a:p>
          <a:p>
            <a:pPr marL="342900" indent="-342900" algn="just">
              <a:lnSpc>
                <a:spcPct val="170000"/>
              </a:lnSpc>
              <a:buAutoNum type="arabicPeriod"/>
            </a:pPr>
            <a:r>
              <a:rPr lang="en-IN" dirty="0">
                <a:latin typeface="Times New Roman" panose="02020603050405020304" pitchFamily="18" charset="0"/>
                <a:cs typeface="Times New Roman" panose="02020603050405020304" pitchFamily="18" charset="0"/>
              </a:rPr>
              <a:t>S. </a:t>
            </a:r>
            <a:r>
              <a:rPr lang="en-IN" dirty="0" err="1">
                <a:latin typeface="Times New Roman" panose="02020603050405020304" pitchFamily="18" charset="0"/>
                <a:cs typeface="Times New Roman" panose="02020603050405020304" pitchFamily="18" charset="0"/>
              </a:rPr>
              <a:t>Hazra</a:t>
            </a:r>
            <a:r>
              <a:rPr lang="en-IN" dirty="0">
                <a:latin typeface="Times New Roman" panose="02020603050405020304" pitchFamily="18" charset="0"/>
                <a:cs typeface="Times New Roman" panose="02020603050405020304" pitchFamily="18" charset="0"/>
              </a:rPr>
              <a:t>, "Smart ATM Service," 2019 Devices for Integrated Circuit (</a:t>
            </a:r>
            <a:r>
              <a:rPr lang="en-IN" dirty="0" err="1">
                <a:latin typeface="Times New Roman" panose="02020603050405020304" pitchFamily="18" charset="0"/>
                <a:cs typeface="Times New Roman" panose="02020603050405020304" pitchFamily="18" charset="0"/>
              </a:rPr>
              <a:t>DevIC</a:t>
            </a:r>
            <a:r>
              <a:rPr lang="en-IN" dirty="0">
                <a:latin typeface="Times New Roman" panose="02020603050405020304" pitchFamily="18" charset="0"/>
                <a:cs typeface="Times New Roman" panose="02020603050405020304" pitchFamily="18" charset="0"/>
              </a:rPr>
              <a:t>), 2019.</a:t>
            </a:r>
          </a:p>
          <a:p>
            <a:pPr marL="342900" indent="-342900" algn="just">
              <a:lnSpc>
                <a:spcPct val="170000"/>
              </a:lnSpc>
              <a:buAutoNum type="arabicPeriod"/>
            </a:pPr>
            <a:r>
              <a:rPr lang="en-IN" dirty="0">
                <a:latin typeface="Times New Roman" panose="02020603050405020304" pitchFamily="18" charset="0"/>
                <a:cs typeface="Times New Roman" panose="02020603050405020304" pitchFamily="18" charset="0"/>
              </a:rPr>
              <a:t>B. M. </a:t>
            </a:r>
            <a:r>
              <a:rPr lang="en-IN" dirty="0" err="1">
                <a:latin typeface="Times New Roman" panose="02020603050405020304" pitchFamily="18" charset="0"/>
                <a:cs typeface="Times New Roman" panose="02020603050405020304" pitchFamily="18" charset="0"/>
              </a:rPr>
              <a:t>Nelligani</a:t>
            </a:r>
            <a:r>
              <a:rPr lang="en-IN" dirty="0">
                <a:latin typeface="Times New Roman" panose="02020603050405020304" pitchFamily="18" charset="0"/>
                <a:cs typeface="Times New Roman" panose="02020603050405020304" pitchFamily="18" charset="0"/>
              </a:rPr>
              <a:t>, N. V. U. Reddy and N. </a:t>
            </a:r>
            <a:r>
              <a:rPr lang="en-IN" dirty="0" err="1">
                <a:latin typeface="Times New Roman" panose="02020603050405020304" pitchFamily="18" charset="0"/>
                <a:cs typeface="Times New Roman" panose="02020603050405020304" pitchFamily="18" charset="0"/>
              </a:rPr>
              <a:t>Awasti</a:t>
            </a:r>
            <a:r>
              <a:rPr lang="en-IN" dirty="0">
                <a:latin typeface="Times New Roman" panose="02020603050405020304" pitchFamily="18" charset="0"/>
                <a:cs typeface="Times New Roman" panose="02020603050405020304" pitchFamily="18" charset="0"/>
              </a:rPr>
              <a:t>, "Smart ATM security system using FPR, GSM, GPS," 2016 International Conference on Inventive Computation Technologies (ICICT), 2019.</a:t>
            </a:r>
          </a:p>
          <a:p>
            <a:pPr marL="342900" indent="-342900" algn="just">
              <a:lnSpc>
                <a:spcPct val="170000"/>
              </a:lnSpc>
              <a:buAutoNum type="arabicPeriod"/>
            </a:pPr>
            <a:r>
              <a:rPr lang="en-US" dirty="0">
                <a:latin typeface="Times New Roman" panose="02020603050405020304" pitchFamily="18" charset="0"/>
                <a:cs typeface="Times New Roman" panose="02020603050405020304" pitchFamily="18" charset="0"/>
              </a:rPr>
              <a:t>O. H. </a:t>
            </a:r>
            <a:r>
              <a:rPr lang="en-US" dirty="0" err="1">
                <a:latin typeface="Times New Roman" panose="02020603050405020304" pitchFamily="18" charset="0"/>
                <a:cs typeface="Times New Roman" panose="02020603050405020304" pitchFamily="18" charset="0"/>
              </a:rPr>
              <a:t>Embarak</a:t>
            </a:r>
            <a:r>
              <a:rPr lang="en-US" dirty="0">
                <a:latin typeface="Times New Roman" panose="02020603050405020304" pitchFamily="18" charset="0"/>
                <a:cs typeface="Times New Roman" panose="02020603050405020304" pitchFamily="18" charset="0"/>
              </a:rPr>
              <a:t>, "A two-steps prevention model of ATM frauds communications," 2018 Fifth HCT Information Technology Trends (ITT), 2018.</a:t>
            </a:r>
          </a:p>
          <a:p>
            <a:pPr marL="342900" indent="-342900" algn="just">
              <a:lnSpc>
                <a:spcPct val="170000"/>
              </a:lnSpc>
              <a:buAutoNum type="arabicPeriod"/>
            </a:pPr>
            <a:r>
              <a:rPr lang="en-IN" dirty="0">
                <a:latin typeface="Times New Roman" panose="02020603050405020304" pitchFamily="18" charset="0"/>
                <a:cs typeface="Times New Roman" panose="02020603050405020304" pitchFamily="18" charset="0"/>
              </a:rPr>
              <a:t>V. Jacintha, J. Nagarajan, K. T. Yogesh, S. </a:t>
            </a:r>
            <a:r>
              <a:rPr lang="en-IN" dirty="0" err="1">
                <a:latin typeface="Times New Roman" panose="02020603050405020304" pitchFamily="18" charset="0"/>
                <a:cs typeface="Times New Roman" panose="02020603050405020304" pitchFamily="18" charset="0"/>
              </a:rPr>
              <a:t>Tamilarasu</a:t>
            </a:r>
            <a:r>
              <a:rPr lang="en-IN" dirty="0">
                <a:latin typeface="Times New Roman" panose="02020603050405020304" pitchFamily="18" charset="0"/>
                <a:cs typeface="Times New Roman" panose="02020603050405020304" pitchFamily="18" charset="0"/>
              </a:rPr>
              <a:t> and S. </a:t>
            </a:r>
            <a:r>
              <a:rPr lang="en-IN" dirty="0" err="1">
                <a:latin typeface="Times New Roman" panose="02020603050405020304" pitchFamily="18" charset="0"/>
                <a:cs typeface="Times New Roman" panose="02020603050405020304" pitchFamily="18" charset="0"/>
              </a:rPr>
              <a:t>Yuvaraj</a:t>
            </a:r>
            <a:r>
              <a:rPr lang="en-IN" dirty="0">
                <a:latin typeface="Times New Roman" panose="02020603050405020304" pitchFamily="18" charset="0"/>
                <a:cs typeface="Times New Roman" panose="02020603050405020304" pitchFamily="18" charset="0"/>
              </a:rPr>
              <a:t>, "An IOT Based ATM Surveillance System," 2017 IEEE International Conference on Computational Intelligence and Computing Research (ICCIC), 2017.</a:t>
            </a:r>
          </a:p>
        </p:txBody>
      </p:sp>
    </p:spTree>
    <p:extLst>
      <p:ext uri="{BB962C8B-B14F-4D97-AF65-F5344CB8AC3E}">
        <p14:creationId xmlns:p14="http://schemas.microsoft.com/office/powerpoint/2010/main" val="4063556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757262" y="2708920"/>
            <a:ext cx="7772400" cy="457200"/>
          </a:xfrm>
        </p:spPr>
        <p:txBody>
          <a:bodyPr>
            <a:noAutofit/>
          </a:bodyPr>
          <a:lstStyle/>
          <a:p>
            <a:pPr marL="0" indent="0" algn="ctr">
              <a:buNone/>
            </a:pPr>
            <a:r>
              <a:rPr lang="en-IN" sz="6600" dirty="0"/>
              <a:t>Thank You</a:t>
            </a:r>
          </a:p>
        </p:txBody>
      </p:sp>
      <p:sp>
        <p:nvSpPr>
          <p:cNvPr id="5" name="Footer Placeholder 4"/>
          <p:cNvSpPr>
            <a:spLocks noGrp="1"/>
          </p:cNvSpPr>
          <p:nvPr>
            <p:ph type="ftr" sz="quarter" idx="11"/>
          </p:nvPr>
        </p:nvSpPr>
        <p:spPr>
          <a:xfrm>
            <a:off x="2662262" y="6139706"/>
            <a:ext cx="3962400" cy="457200"/>
          </a:xfrm>
        </p:spPr>
        <p:txBody>
          <a:bodyPr/>
          <a:lstStyle/>
          <a:p>
            <a:pPr algn="ctr"/>
            <a:r>
              <a:rPr lang="en-IN" dirty="0"/>
              <a:t>GAT_CSE_18CSS84_2021-22</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2434</TotalTime>
  <Words>1052</Words>
  <Application>Microsoft Office PowerPoint</Application>
  <PresentationFormat>On-screen Show (4:3)</PresentationFormat>
  <Paragraphs>101</Paragraphs>
  <Slides>16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Franklin Gothic Book</vt:lpstr>
      <vt:lpstr>Perpetua</vt:lpstr>
      <vt:lpstr>Times New Roman</vt:lpstr>
      <vt:lpstr>Wingdings 2</vt:lpstr>
      <vt:lpstr>Equity</vt:lpstr>
      <vt:lpstr>Department of Computer Science and Engineering Technical Seminar -18CSS84</vt:lpstr>
      <vt:lpstr>Agenda</vt:lpstr>
      <vt:lpstr>Introduction</vt:lpstr>
      <vt:lpstr>Introduction</vt:lpstr>
      <vt:lpstr>About the paper</vt:lpstr>
      <vt:lpstr>About the paper</vt:lpstr>
      <vt:lpstr>Rationale for selecting the paper</vt:lpstr>
      <vt:lpstr>Abstract</vt:lpstr>
      <vt:lpstr>System Architecture</vt:lpstr>
      <vt:lpstr>System Architecture</vt:lpstr>
      <vt:lpstr>Applications</vt:lpstr>
      <vt:lpstr>Results</vt:lpstr>
      <vt:lpstr>Results</vt:lpstr>
      <vt:lpstr>Results</vt:lpstr>
      <vt:lpstr>References</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Kanaka</dc:creator>
  <cp:lastModifiedBy>thanuja kunati</cp:lastModifiedBy>
  <cp:revision>94</cp:revision>
  <dcterms:created xsi:type="dcterms:W3CDTF">2020-04-13T16:05:49Z</dcterms:created>
  <dcterms:modified xsi:type="dcterms:W3CDTF">2022-06-17T02:04:33Z</dcterms:modified>
</cp:coreProperties>
</file>