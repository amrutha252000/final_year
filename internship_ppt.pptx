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0"/>
  </p:notesMasterIdLst>
  <p:sldIdLst>
    <p:sldId id="256" r:id="rId2"/>
    <p:sldId id="262" r:id="rId3"/>
    <p:sldId id="292" r:id="rId4"/>
    <p:sldId id="263"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7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13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i" userId="8744df0250de84ef" providerId="LiveId" clId="{2A9C9917-49CF-4150-90F7-1BA51E8AA291}"/>
    <pc:docChg chg="undo redo custSel addSld delSld modSld modMainMaster">
      <pc:chgData name="vani" userId="8744df0250de84ef" providerId="LiveId" clId="{2A9C9917-49CF-4150-90F7-1BA51E8AA291}" dt="2022-04-11T07:54:53.197" v="1161" actId="1035"/>
      <pc:docMkLst>
        <pc:docMk/>
      </pc:docMkLst>
      <pc:sldChg chg="addSp delSp modSp mod">
        <pc:chgData name="vani" userId="8744df0250de84ef" providerId="LiveId" clId="{2A9C9917-49CF-4150-90F7-1BA51E8AA291}" dt="2022-04-11T07:54:53.197" v="1161" actId="1035"/>
        <pc:sldMkLst>
          <pc:docMk/>
          <pc:sldMk cId="2346585392" sldId="256"/>
        </pc:sldMkLst>
        <pc:spChg chg="del mod">
          <ac:chgData name="vani" userId="8744df0250de84ef" providerId="LiveId" clId="{2A9C9917-49CF-4150-90F7-1BA51E8AA291}" dt="2022-04-11T07:52:03.160" v="1134" actId="478"/>
          <ac:spMkLst>
            <pc:docMk/>
            <pc:sldMk cId="2346585392" sldId="256"/>
            <ac:spMk id="9" creationId="{3860DA59-245C-4EEA-B7B6-B5B7068F6434}"/>
          </ac:spMkLst>
        </pc:spChg>
        <pc:spChg chg="mod">
          <ac:chgData name="vani" userId="8744df0250de84ef" providerId="LiveId" clId="{2A9C9917-49CF-4150-90F7-1BA51E8AA291}" dt="2022-04-11T07:52:28.132" v="1147" actId="1076"/>
          <ac:spMkLst>
            <pc:docMk/>
            <pc:sldMk cId="2346585392" sldId="256"/>
            <ac:spMk id="11" creationId="{9F0AA836-702F-45F6-BE2A-5D61A638411E}"/>
          </ac:spMkLst>
        </pc:spChg>
        <pc:spChg chg="mod">
          <ac:chgData name="vani" userId="8744df0250de84ef" providerId="LiveId" clId="{2A9C9917-49CF-4150-90F7-1BA51E8AA291}" dt="2022-04-11T07:53:11.257" v="1152" actId="255"/>
          <ac:spMkLst>
            <pc:docMk/>
            <pc:sldMk cId="2346585392" sldId="256"/>
            <ac:spMk id="14" creationId="{DE8ED28E-5E29-4E8C-9FF5-79949C04B84C}"/>
          </ac:spMkLst>
        </pc:spChg>
        <pc:picChg chg="mod">
          <ac:chgData name="vani" userId="8744df0250de84ef" providerId="LiveId" clId="{2A9C9917-49CF-4150-90F7-1BA51E8AA291}" dt="2022-04-11T07:52:35.781" v="1148" actId="1076"/>
          <ac:picMkLst>
            <pc:docMk/>
            <pc:sldMk cId="2346585392" sldId="256"/>
            <ac:picMk id="4" creationId="{9E8AE1E4-6F08-445E-AD58-CB5CD6E9F892}"/>
          </ac:picMkLst>
        </pc:picChg>
        <pc:picChg chg="add mod">
          <ac:chgData name="vani" userId="8744df0250de84ef" providerId="LiveId" clId="{2A9C9917-49CF-4150-90F7-1BA51E8AA291}" dt="2022-04-11T07:54:53.197" v="1161" actId="1035"/>
          <ac:picMkLst>
            <pc:docMk/>
            <pc:sldMk cId="2346585392" sldId="256"/>
            <ac:picMk id="6" creationId="{913C2F46-8080-49C7-90D6-5C705F3F12F5}"/>
          </ac:picMkLst>
        </pc:picChg>
        <pc:picChg chg="add mod">
          <ac:chgData name="vani" userId="8744df0250de84ef" providerId="LiveId" clId="{2A9C9917-49CF-4150-90F7-1BA51E8AA291}" dt="2022-04-11T07:54:47.073" v="1154" actId="1076"/>
          <ac:picMkLst>
            <pc:docMk/>
            <pc:sldMk cId="2346585392" sldId="256"/>
            <ac:picMk id="7" creationId="{4EA17C8D-6328-464F-9231-82F7D1929BD1}"/>
          </ac:picMkLst>
        </pc:picChg>
        <pc:picChg chg="del">
          <ac:chgData name="vani" userId="8744df0250de84ef" providerId="LiveId" clId="{2A9C9917-49CF-4150-90F7-1BA51E8AA291}" dt="2022-04-08T06:42:43.291" v="17" actId="478"/>
          <ac:picMkLst>
            <pc:docMk/>
            <pc:sldMk cId="2346585392" sldId="256"/>
            <ac:picMk id="12" creationId="{80E0E16F-A869-4E59-8516-61C1080113F7}"/>
          </ac:picMkLst>
        </pc:picChg>
      </pc:sldChg>
      <pc:sldChg chg="modSp del mod">
        <pc:chgData name="vani" userId="8744df0250de84ef" providerId="LiveId" clId="{2A9C9917-49CF-4150-90F7-1BA51E8AA291}" dt="2022-04-08T07:02:06.567" v="321" actId="47"/>
        <pc:sldMkLst>
          <pc:docMk/>
          <pc:sldMk cId="388289324" sldId="257"/>
        </pc:sldMkLst>
        <pc:spChg chg="mod">
          <ac:chgData name="vani" userId="8744df0250de84ef" providerId="LiveId" clId="{2A9C9917-49CF-4150-90F7-1BA51E8AA291}" dt="2022-04-08T06:58:49.368" v="259" actId="14100"/>
          <ac:spMkLst>
            <pc:docMk/>
            <pc:sldMk cId="388289324" sldId="257"/>
            <ac:spMk id="9" creationId="{DC772CA7-C65A-485E-9C77-994208907F5A}"/>
          </ac:spMkLst>
        </pc:spChg>
      </pc:sldChg>
      <pc:sldChg chg="addSp modSp new del mod">
        <pc:chgData name="vani" userId="8744df0250de84ef" providerId="LiveId" clId="{2A9C9917-49CF-4150-90F7-1BA51E8AA291}" dt="2022-04-08T07:02:23.686" v="325" actId="47"/>
        <pc:sldMkLst>
          <pc:docMk/>
          <pc:sldMk cId="688844356" sldId="258"/>
        </pc:sldMkLst>
        <pc:spChg chg="add mod">
          <ac:chgData name="vani" userId="8744df0250de84ef" providerId="LiveId" clId="{2A9C9917-49CF-4150-90F7-1BA51E8AA291}" dt="2022-04-08T06:45:28.411" v="30" actId="1076"/>
          <ac:spMkLst>
            <pc:docMk/>
            <pc:sldMk cId="688844356" sldId="258"/>
            <ac:spMk id="5" creationId="{ECB70372-F082-4862-8D2C-335ACDA1CA4E}"/>
          </ac:spMkLst>
        </pc:spChg>
        <pc:spChg chg="add mod">
          <ac:chgData name="vani" userId="8744df0250de84ef" providerId="LiveId" clId="{2A9C9917-49CF-4150-90F7-1BA51E8AA291}" dt="2022-04-08T06:47:36.945" v="61" actId="20577"/>
          <ac:spMkLst>
            <pc:docMk/>
            <pc:sldMk cId="688844356" sldId="258"/>
            <ac:spMk id="6" creationId="{F6814502-73DE-4C9A-8432-756026BDB02B}"/>
          </ac:spMkLst>
        </pc:spChg>
      </pc:sldChg>
      <pc:sldChg chg="addSp modSp new del mod">
        <pc:chgData name="vani" userId="8744df0250de84ef" providerId="LiveId" clId="{2A9C9917-49CF-4150-90F7-1BA51E8AA291}" dt="2022-04-08T07:02:37.564" v="328" actId="47"/>
        <pc:sldMkLst>
          <pc:docMk/>
          <pc:sldMk cId="2967401583" sldId="259"/>
        </pc:sldMkLst>
        <pc:spChg chg="add mod">
          <ac:chgData name="vani" userId="8744df0250de84ef" providerId="LiveId" clId="{2A9C9917-49CF-4150-90F7-1BA51E8AA291}" dt="2022-04-08T06:50:17.549" v="69" actId="1076"/>
          <ac:spMkLst>
            <pc:docMk/>
            <pc:sldMk cId="2967401583" sldId="259"/>
            <ac:spMk id="5" creationId="{345BBB89-9769-41D9-B4B1-3FE1BEBA3C38}"/>
          </ac:spMkLst>
        </pc:spChg>
        <pc:spChg chg="add mod">
          <ac:chgData name="vani" userId="8744df0250de84ef" providerId="LiveId" clId="{2A9C9917-49CF-4150-90F7-1BA51E8AA291}" dt="2022-04-08T06:50:20.698" v="71" actId="1076"/>
          <ac:spMkLst>
            <pc:docMk/>
            <pc:sldMk cId="2967401583" sldId="259"/>
            <ac:spMk id="6" creationId="{5651F3AB-33DF-4D68-BE0D-3BA9A3C79431}"/>
          </ac:spMkLst>
        </pc:spChg>
      </pc:sldChg>
      <pc:sldChg chg="addSp modSp new del mod">
        <pc:chgData name="vani" userId="8744df0250de84ef" providerId="LiveId" clId="{2A9C9917-49CF-4150-90F7-1BA51E8AA291}" dt="2022-04-08T07:03:26.157" v="336" actId="2696"/>
        <pc:sldMkLst>
          <pc:docMk/>
          <pc:sldMk cId="2857513229" sldId="260"/>
        </pc:sldMkLst>
        <pc:spChg chg="add mod">
          <ac:chgData name="vani" userId="8744df0250de84ef" providerId="LiveId" clId="{2A9C9917-49CF-4150-90F7-1BA51E8AA291}" dt="2022-04-08T06:50:52.095" v="78" actId="14100"/>
          <ac:spMkLst>
            <pc:docMk/>
            <pc:sldMk cId="2857513229" sldId="260"/>
            <ac:spMk id="5" creationId="{72129411-EFAB-4E77-899C-309B8BF0625B}"/>
          </ac:spMkLst>
        </pc:spChg>
        <pc:spChg chg="add mod">
          <ac:chgData name="vani" userId="8744df0250de84ef" providerId="LiveId" clId="{2A9C9917-49CF-4150-90F7-1BA51E8AA291}" dt="2022-04-08T06:50:43.052" v="76" actId="404"/>
          <ac:spMkLst>
            <pc:docMk/>
            <pc:sldMk cId="2857513229" sldId="260"/>
            <ac:spMk id="6" creationId="{26FFFF06-5B5A-4674-AE54-FB5CCC7FD37F}"/>
          </ac:spMkLst>
        </pc:spChg>
      </pc:sldChg>
      <pc:sldChg chg="addSp delSp modSp new del mod">
        <pc:chgData name="vani" userId="8744df0250de84ef" providerId="LiveId" clId="{2A9C9917-49CF-4150-90F7-1BA51E8AA291}" dt="2022-04-08T07:15:46.010" v="507" actId="47"/>
        <pc:sldMkLst>
          <pc:docMk/>
          <pc:sldMk cId="1528570918" sldId="261"/>
        </pc:sldMkLst>
        <pc:spChg chg="add del mod">
          <ac:chgData name="vani" userId="8744df0250de84ef" providerId="LiveId" clId="{2A9C9917-49CF-4150-90F7-1BA51E8AA291}" dt="2022-04-08T07:03:40.733" v="338"/>
          <ac:spMkLst>
            <pc:docMk/>
            <pc:sldMk cId="1528570918" sldId="261"/>
            <ac:spMk id="5" creationId="{1274573E-AC7F-49C5-8A23-93692A28A9C8}"/>
          </ac:spMkLst>
        </pc:spChg>
        <pc:spChg chg="add mod">
          <ac:chgData name="vani" userId="8744df0250de84ef" providerId="LiveId" clId="{2A9C9917-49CF-4150-90F7-1BA51E8AA291}" dt="2022-04-08T07:11:26.641" v="429" actId="14100"/>
          <ac:spMkLst>
            <pc:docMk/>
            <pc:sldMk cId="1528570918" sldId="261"/>
            <ac:spMk id="6" creationId="{0CF698A0-5719-4890-BADB-D52ABAC0EDF1}"/>
          </ac:spMkLst>
        </pc:spChg>
      </pc:sldChg>
      <pc:sldChg chg="addSp modSp new mod">
        <pc:chgData name="vani" userId="8744df0250de84ef" providerId="LiveId" clId="{2A9C9917-49CF-4150-90F7-1BA51E8AA291}" dt="2022-04-11T06:57:08.286" v="1087" actId="20577"/>
        <pc:sldMkLst>
          <pc:docMk/>
          <pc:sldMk cId="1067449540" sldId="262"/>
        </pc:sldMkLst>
        <pc:spChg chg="add mod">
          <ac:chgData name="vani" userId="8744df0250de84ef" providerId="LiveId" clId="{2A9C9917-49CF-4150-90F7-1BA51E8AA291}" dt="2022-04-11T06:56:52.649" v="1073" actId="6549"/>
          <ac:spMkLst>
            <pc:docMk/>
            <pc:sldMk cId="1067449540" sldId="262"/>
            <ac:spMk id="5" creationId="{D282130A-25AC-4E0C-BF34-55BDD7D9BD80}"/>
          </ac:spMkLst>
        </pc:spChg>
        <pc:spChg chg="add mod">
          <ac:chgData name="vani" userId="8744df0250de84ef" providerId="LiveId" clId="{2A9C9917-49CF-4150-90F7-1BA51E8AA291}" dt="2022-04-11T06:32:09.206" v="1006" actId="20577"/>
          <ac:spMkLst>
            <pc:docMk/>
            <pc:sldMk cId="1067449540" sldId="262"/>
            <ac:spMk id="6" creationId="{EEAD8EB7-C1BE-441E-BED4-FEADA03FDE2E}"/>
          </ac:spMkLst>
        </pc:spChg>
        <pc:spChg chg="add mod">
          <ac:chgData name="vani" userId="8744df0250de84ef" providerId="LiveId" clId="{2A9C9917-49CF-4150-90F7-1BA51E8AA291}" dt="2022-04-11T06:57:08.286" v="1087" actId="20577"/>
          <ac:spMkLst>
            <pc:docMk/>
            <pc:sldMk cId="1067449540" sldId="262"/>
            <ac:spMk id="7" creationId="{6CD55B15-1FF7-42EF-B0A7-674AA76C51F2}"/>
          </ac:spMkLst>
        </pc:spChg>
      </pc:sldChg>
      <pc:sldChg chg="addSp modSp new mod">
        <pc:chgData name="vani" userId="8744df0250de84ef" providerId="LiveId" clId="{2A9C9917-49CF-4150-90F7-1BA51E8AA291}" dt="2022-04-11T07:53:43.420" v="1153" actId="6549"/>
        <pc:sldMkLst>
          <pc:docMk/>
          <pc:sldMk cId="3985204135" sldId="263"/>
        </pc:sldMkLst>
        <pc:spChg chg="add mod">
          <ac:chgData name="vani" userId="8744df0250de84ef" providerId="LiveId" clId="{2A9C9917-49CF-4150-90F7-1BA51E8AA291}" dt="2022-04-11T07:53:43.420" v="1153" actId="6549"/>
          <ac:spMkLst>
            <pc:docMk/>
            <pc:sldMk cId="3985204135" sldId="263"/>
            <ac:spMk id="5" creationId="{72941355-87C6-4B35-AEB0-6DB828992297}"/>
          </ac:spMkLst>
        </pc:spChg>
        <pc:spChg chg="add mod">
          <ac:chgData name="vani" userId="8744df0250de84ef" providerId="LiveId" clId="{2A9C9917-49CF-4150-90F7-1BA51E8AA291}" dt="2022-04-08T07:27:17.664" v="793" actId="14100"/>
          <ac:spMkLst>
            <pc:docMk/>
            <pc:sldMk cId="3985204135" sldId="263"/>
            <ac:spMk id="6" creationId="{2D3D96CD-9427-4822-B9B7-35E706B0331C}"/>
          </ac:spMkLst>
        </pc:spChg>
      </pc:sldChg>
      <pc:sldChg chg="addSp modSp new del">
        <pc:chgData name="vani" userId="8744df0250de84ef" providerId="LiveId" clId="{2A9C9917-49CF-4150-90F7-1BA51E8AA291}" dt="2022-04-08T07:03:10.083" v="333" actId="47"/>
        <pc:sldMkLst>
          <pc:docMk/>
          <pc:sldMk cId="1631347649" sldId="264"/>
        </pc:sldMkLst>
        <pc:spChg chg="add mod">
          <ac:chgData name="vani" userId="8744df0250de84ef" providerId="LiveId" clId="{2A9C9917-49CF-4150-90F7-1BA51E8AA291}" dt="2022-04-08T07:02:35.553" v="327"/>
          <ac:spMkLst>
            <pc:docMk/>
            <pc:sldMk cId="1631347649" sldId="264"/>
            <ac:spMk id="5" creationId="{3B8A13BE-6218-4C18-A94A-2647043A115D}"/>
          </ac:spMkLst>
        </pc:spChg>
        <pc:spChg chg="add mod">
          <ac:chgData name="vani" userId="8744df0250de84ef" providerId="LiveId" clId="{2A9C9917-49CF-4150-90F7-1BA51E8AA291}" dt="2022-04-08T07:02:35.553" v="327"/>
          <ac:spMkLst>
            <pc:docMk/>
            <pc:sldMk cId="1631347649" sldId="264"/>
            <ac:spMk id="6" creationId="{8176F61B-905E-4B78-A8B0-40CEBE5281D8}"/>
          </ac:spMkLst>
        </pc:spChg>
      </pc:sldChg>
      <pc:sldChg chg="addSp modSp new del mod">
        <pc:chgData name="vani" userId="8744df0250de84ef" providerId="LiveId" clId="{2A9C9917-49CF-4150-90F7-1BA51E8AA291}" dt="2022-04-08T07:14:47.930" v="495" actId="47"/>
        <pc:sldMkLst>
          <pc:docMk/>
          <pc:sldMk cId="433647796" sldId="265"/>
        </pc:sldMkLst>
        <pc:spChg chg="add mod">
          <ac:chgData name="vani" userId="8744df0250de84ef" providerId="LiveId" clId="{2A9C9917-49CF-4150-90F7-1BA51E8AA291}" dt="2022-04-08T07:14:02.674" v="489" actId="207"/>
          <ac:spMkLst>
            <pc:docMk/>
            <pc:sldMk cId="433647796" sldId="265"/>
            <ac:spMk id="5" creationId="{84E07278-3943-422F-BB4B-EC0551761058}"/>
          </ac:spMkLst>
        </pc:spChg>
        <pc:spChg chg="add mod">
          <ac:chgData name="vani" userId="8744df0250de84ef" providerId="LiveId" clId="{2A9C9917-49CF-4150-90F7-1BA51E8AA291}" dt="2022-04-08T07:10:59.753" v="422" actId="14100"/>
          <ac:spMkLst>
            <pc:docMk/>
            <pc:sldMk cId="433647796" sldId="265"/>
            <ac:spMk id="6" creationId="{3F7D784A-C17B-4865-ACCB-058D9DFACF13}"/>
          </ac:spMkLst>
        </pc:spChg>
      </pc:sldChg>
      <pc:sldChg chg="add del">
        <pc:chgData name="vani" userId="8744df0250de84ef" providerId="LiveId" clId="{2A9C9917-49CF-4150-90F7-1BA51E8AA291}" dt="2022-04-08T07:02:50.583" v="330" actId="2890"/>
        <pc:sldMkLst>
          <pc:docMk/>
          <pc:sldMk cId="3460057630" sldId="265"/>
        </pc:sldMkLst>
      </pc:sldChg>
      <pc:sldChg chg="addSp modSp new del">
        <pc:chgData name="vani" userId="8744df0250de84ef" providerId="LiveId" clId="{2A9C9917-49CF-4150-90F7-1BA51E8AA291}" dt="2022-04-08T07:06:42.280" v="369" actId="47"/>
        <pc:sldMkLst>
          <pc:docMk/>
          <pc:sldMk cId="2198029351" sldId="266"/>
        </pc:sldMkLst>
        <pc:spChg chg="add mod">
          <ac:chgData name="vani" userId="8744df0250de84ef" providerId="LiveId" clId="{2A9C9917-49CF-4150-90F7-1BA51E8AA291}" dt="2022-04-08T07:03:23.094" v="335"/>
          <ac:spMkLst>
            <pc:docMk/>
            <pc:sldMk cId="2198029351" sldId="266"/>
            <ac:spMk id="5" creationId="{7EDCACEF-A775-4931-A43B-0E34CD9ADE42}"/>
          </ac:spMkLst>
        </pc:spChg>
        <pc:spChg chg="add mod">
          <ac:chgData name="vani" userId="8744df0250de84ef" providerId="LiveId" clId="{2A9C9917-49CF-4150-90F7-1BA51E8AA291}" dt="2022-04-08T07:03:23.094" v="335"/>
          <ac:spMkLst>
            <pc:docMk/>
            <pc:sldMk cId="2198029351" sldId="266"/>
            <ac:spMk id="6" creationId="{CD32C4F9-9967-492F-BFA2-742C1A2DB14E}"/>
          </ac:spMkLst>
        </pc:spChg>
      </pc:sldChg>
      <pc:sldChg chg="addSp modSp new del mod">
        <pc:chgData name="vani" userId="8744df0250de84ef" providerId="LiveId" clId="{2A9C9917-49CF-4150-90F7-1BA51E8AA291}" dt="2022-04-08T07:16:13.025" v="513" actId="47"/>
        <pc:sldMkLst>
          <pc:docMk/>
          <pc:sldMk cId="1281335876" sldId="267"/>
        </pc:sldMkLst>
        <pc:spChg chg="add mod">
          <ac:chgData name="vani" userId="8744df0250de84ef" providerId="LiveId" clId="{2A9C9917-49CF-4150-90F7-1BA51E8AA291}" dt="2022-04-08T07:11:42.234" v="436" actId="113"/>
          <ac:spMkLst>
            <pc:docMk/>
            <pc:sldMk cId="1281335876" sldId="267"/>
            <ac:spMk id="5" creationId="{88EC9A05-94CC-4C0F-BCC7-FC00B675184B}"/>
          </ac:spMkLst>
        </pc:spChg>
        <pc:spChg chg="add mod">
          <ac:chgData name="vani" userId="8744df0250de84ef" providerId="LiveId" clId="{2A9C9917-49CF-4150-90F7-1BA51E8AA291}" dt="2022-04-08T07:11:45.937" v="437" actId="1076"/>
          <ac:spMkLst>
            <pc:docMk/>
            <pc:sldMk cId="1281335876" sldId="267"/>
            <ac:spMk id="6" creationId="{EB97BE08-AA8B-4FD6-B0BF-AB1F241F20E8}"/>
          </ac:spMkLst>
        </pc:spChg>
      </pc:sldChg>
      <pc:sldChg chg="addSp modSp new del mod">
        <pc:chgData name="vani" userId="8744df0250de84ef" providerId="LiveId" clId="{2A9C9917-49CF-4150-90F7-1BA51E8AA291}" dt="2022-04-08T07:16:28.539" v="518" actId="47"/>
        <pc:sldMkLst>
          <pc:docMk/>
          <pc:sldMk cId="557139196" sldId="268"/>
        </pc:sldMkLst>
        <pc:spChg chg="add mod">
          <ac:chgData name="vani" userId="8744df0250de84ef" providerId="LiveId" clId="{2A9C9917-49CF-4150-90F7-1BA51E8AA291}" dt="2022-04-08T07:11:53.865" v="440" actId="14100"/>
          <ac:spMkLst>
            <pc:docMk/>
            <pc:sldMk cId="557139196" sldId="268"/>
            <ac:spMk id="5" creationId="{4BACBE85-D39F-4E92-BDFE-F37EB71AE313}"/>
          </ac:spMkLst>
        </pc:spChg>
      </pc:sldChg>
      <pc:sldChg chg="addSp modSp new del mod">
        <pc:chgData name="vani" userId="8744df0250de84ef" providerId="LiveId" clId="{2A9C9917-49CF-4150-90F7-1BA51E8AA291}" dt="2022-04-08T07:17:18.216" v="535" actId="47"/>
        <pc:sldMkLst>
          <pc:docMk/>
          <pc:sldMk cId="2679297804" sldId="269"/>
        </pc:sldMkLst>
        <pc:spChg chg="add mod">
          <ac:chgData name="vani" userId="8744df0250de84ef" providerId="LiveId" clId="{2A9C9917-49CF-4150-90F7-1BA51E8AA291}" dt="2022-04-08T07:12:00.226" v="443" actId="14100"/>
          <ac:spMkLst>
            <pc:docMk/>
            <pc:sldMk cId="2679297804" sldId="269"/>
            <ac:spMk id="5" creationId="{D0E45B6D-6753-4F5B-A503-55B3D5056F01}"/>
          </ac:spMkLst>
        </pc:spChg>
        <pc:spChg chg="add mod">
          <ac:chgData name="vani" userId="8744df0250de84ef" providerId="LiveId" clId="{2A9C9917-49CF-4150-90F7-1BA51E8AA291}" dt="2022-04-08T07:12:07.533" v="445" actId="12"/>
          <ac:spMkLst>
            <pc:docMk/>
            <pc:sldMk cId="2679297804" sldId="269"/>
            <ac:spMk id="6" creationId="{53C1F402-7217-4CBF-A686-8610C009CB58}"/>
          </ac:spMkLst>
        </pc:spChg>
      </pc:sldChg>
      <pc:sldChg chg="addSp modSp new del mod">
        <pc:chgData name="vani" userId="8744df0250de84ef" providerId="LiveId" clId="{2A9C9917-49CF-4150-90F7-1BA51E8AA291}" dt="2022-04-08T07:17:41.070" v="541" actId="47"/>
        <pc:sldMkLst>
          <pc:docMk/>
          <pc:sldMk cId="1537476289" sldId="270"/>
        </pc:sldMkLst>
        <pc:spChg chg="add mod">
          <ac:chgData name="vani" userId="8744df0250de84ef" providerId="LiveId" clId="{2A9C9917-49CF-4150-90F7-1BA51E8AA291}" dt="2022-04-08T07:12:18.085" v="448" actId="14100"/>
          <ac:spMkLst>
            <pc:docMk/>
            <pc:sldMk cId="1537476289" sldId="270"/>
            <ac:spMk id="5" creationId="{EC331A66-C1DD-49F4-849F-F6B9377069C2}"/>
          </ac:spMkLst>
        </pc:spChg>
        <pc:spChg chg="add mod">
          <ac:chgData name="vani" userId="8744df0250de84ef" providerId="LiveId" clId="{2A9C9917-49CF-4150-90F7-1BA51E8AA291}" dt="2022-04-08T07:12:21.377" v="449" actId="1076"/>
          <ac:spMkLst>
            <pc:docMk/>
            <pc:sldMk cId="1537476289" sldId="270"/>
            <ac:spMk id="6" creationId="{44A85A6A-B412-4D7A-A05D-6A87CE926DD7}"/>
          </ac:spMkLst>
        </pc:spChg>
      </pc:sldChg>
      <pc:sldChg chg="addSp modSp new del mod">
        <pc:chgData name="vani" userId="8744df0250de84ef" providerId="LiveId" clId="{2A9C9917-49CF-4150-90F7-1BA51E8AA291}" dt="2022-04-08T07:18:04.608" v="548" actId="47"/>
        <pc:sldMkLst>
          <pc:docMk/>
          <pc:sldMk cId="180761346" sldId="271"/>
        </pc:sldMkLst>
        <pc:spChg chg="add mod">
          <ac:chgData name="vani" userId="8744df0250de84ef" providerId="LiveId" clId="{2A9C9917-49CF-4150-90F7-1BA51E8AA291}" dt="2022-04-08T07:12:30.279" v="452" actId="14100"/>
          <ac:spMkLst>
            <pc:docMk/>
            <pc:sldMk cId="180761346" sldId="271"/>
            <ac:spMk id="5" creationId="{1C419B18-7009-440E-95D2-CEBBBE3B8BD4}"/>
          </ac:spMkLst>
        </pc:spChg>
        <pc:spChg chg="add mod">
          <ac:chgData name="vani" userId="8744df0250de84ef" providerId="LiveId" clId="{2A9C9917-49CF-4150-90F7-1BA51E8AA291}" dt="2022-04-08T07:12:32.219" v="453" actId="1076"/>
          <ac:spMkLst>
            <pc:docMk/>
            <pc:sldMk cId="180761346" sldId="271"/>
            <ac:spMk id="6" creationId="{B1082336-4695-492C-BF26-F166EC40EA5A}"/>
          </ac:spMkLst>
        </pc:spChg>
      </pc:sldChg>
      <pc:sldChg chg="addSp modSp new del mod">
        <pc:chgData name="vani" userId="8744df0250de84ef" providerId="LiveId" clId="{2A9C9917-49CF-4150-90F7-1BA51E8AA291}" dt="2022-04-08T07:18:24.028" v="553" actId="47"/>
        <pc:sldMkLst>
          <pc:docMk/>
          <pc:sldMk cId="2918391139" sldId="272"/>
        </pc:sldMkLst>
        <pc:spChg chg="add mod">
          <ac:chgData name="vani" userId="8744df0250de84ef" providerId="LiveId" clId="{2A9C9917-49CF-4150-90F7-1BA51E8AA291}" dt="2022-04-08T07:12:40.578" v="457" actId="1076"/>
          <ac:spMkLst>
            <pc:docMk/>
            <pc:sldMk cId="2918391139" sldId="272"/>
            <ac:spMk id="5" creationId="{4A3E1B74-2F98-4B73-BB31-BD664AE6EB76}"/>
          </ac:spMkLst>
        </pc:spChg>
      </pc:sldChg>
      <pc:sldChg chg="addSp modSp new del mod">
        <pc:chgData name="vani" userId="8744df0250de84ef" providerId="LiveId" clId="{2A9C9917-49CF-4150-90F7-1BA51E8AA291}" dt="2022-04-08T07:18:47.250" v="560" actId="47"/>
        <pc:sldMkLst>
          <pc:docMk/>
          <pc:sldMk cId="3379258207" sldId="273"/>
        </pc:sldMkLst>
        <pc:spChg chg="add mod">
          <ac:chgData name="vani" userId="8744df0250de84ef" providerId="LiveId" clId="{2A9C9917-49CF-4150-90F7-1BA51E8AA291}" dt="2022-04-08T07:12:47.023" v="460" actId="14100"/>
          <ac:spMkLst>
            <pc:docMk/>
            <pc:sldMk cId="3379258207" sldId="273"/>
            <ac:spMk id="5" creationId="{E49CA648-C5FC-4651-924A-1171563D6BCE}"/>
          </ac:spMkLst>
        </pc:spChg>
        <pc:spChg chg="add mod">
          <ac:chgData name="vani" userId="8744df0250de84ef" providerId="LiveId" clId="{2A9C9917-49CF-4150-90F7-1BA51E8AA291}" dt="2022-04-08T07:12:50.919" v="461" actId="1076"/>
          <ac:spMkLst>
            <pc:docMk/>
            <pc:sldMk cId="3379258207" sldId="273"/>
            <ac:spMk id="6" creationId="{D63EE257-066A-4AF5-8329-E50B77698C28}"/>
          </ac:spMkLst>
        </pc:spChg>
      </pc:sldChg>
      <pc:sldChg chg="addSp modSp new del mod">
        <pc:chgData name="vani" userId="8744df0250de84ef" providerId="LiveId" clId="{2A9C9917-49CF-4150-90F7-1BA51E8AA291}" dt="2022-04-08T07:19:18.621" v="568" actId="47"/>
        <pc:sldMkLst>
          <pc:docMk/>
          <pc:sldMk cId="2536757889" sldId="274"/>
        </pc:sldMkLst>
        <pc:spChg chg="add mod">
          <ac:chgData name="vani" userId="8744df0250de84ef" providerId="LiveId" clId="{2A9C9917-49CF-4150-90F7-1BA51E8AA291}" dt="2022-04-08T07:12:58.465" v="465" actId="27636"/>
          <ac:spMkLst>
            <pc:docMk/>
            <pc:sldMk cId="2536757889" sldId="274"/>
            <ac:spMk id="5" creationId="{69511306-743F-4F55-9D46-640791DCF00E}"/>
          </ac:spMkLst>
        </pc:spChg>
        <pc:spChg chg="add mod">
          <ac:chgData name="vani" userId="8744df0250de84ef" providerId="LiveId" clId="{2A9C9917-49CF-4150-90F7-1BA51E8AA291}" dt="2022-04-08T07:13:00.533" v="466" actId="1076"/>
          <ac:spMkLst>
            <pc:docMk/>
            <pc:sldMk cId="2536757889" sldId="274"/>
            <ac:spMk id="6" creationId="{E25CEE2A-F319-4336-9421-9CC7A92BACBA}"/>
          </ac:spMkLst>
        </pc:spChg>
      </pc:sldChg>
      <pc:sldChg chg="addSp modSp new del mod">
        <pc:chgData name="vani" userId="8744df0250de84ef" providerId="LiveId" clId="{2A9C9917-49CF-4150-90F7-1BA51E8AA291}" dt="2022-04-08T07:19:56.606" v="607" actId="47"/>
        <pc:sldMkLst>
          <pc:docMk/>
          <pc:sldMk cId="1491994998" sldId="275"/>
        </pc:sldMkLst>
        <pc:spChg chg="add mod">
          <ac:chgData name="vani" userId="8744df0250de84ef" providerId="LiveId" clId="{2A9C9917-49CF-4150-90F7-1BA51E8AA291}" dt="2022-04-08T07:13:12.096" v="473" actId="20577"/>
          <ac:spMkLst>
            <pc:docMk/>
            <pc:sldMk cId="1491994998" sldId="275"/>
            <ac:spMk id="5" creationId="{7463ACC4-C378-456C-BE26-861CE89F21C9}"/>
          </ac:spMkLst>
        </pc:spChg>
        <pc:spChg chg="add mod">
          <ac:chgData name="vani" userId="8744df0250de84ef" providerId="LiveId" clId="{2A9C9917-49CF-4150-90F7-1BA51E8AA291}" dt="2022-04-08T07:13:17.731" v="476" actId="1076"/>
          <ac:spMkLst>
            <pc:docMk/>
            <pc:sldMk cId="1491994998" sldId="275"/>
            <ac:spMk id="6" creationId="{F761B038-8BD6-46B6-BFEC-2D06B3974C58}"/>
          </ac:spMkLst>
        </pc:spChg>
      </pc:sldChg>
      <pc:sldChg chg="addSp modSp new del mod">
        <pc:chgData name="vani" userId="8744df0250de84ef" providerId="LiveId" clId="{2A9C9917-49CF-4150-90F7-1BA51E8AA291}" dt="2022-04-08T07:21:24.940" v="651" actId="47"/>
        <pc:sldMkLst>
          <pc:docMk/>
          <pc:sldMk cId="3491983534" sldId="276"/>
        </pc:sldMkLst>
        <pc:spChg chg="add mod">
          <ac:chgData name="vani" userId="8744df0250de84ef" providerId="LiveId" clId="{2A9C9917-49CF-4150-90F7-1BA51E8AA291}" dt="2022-04-08T07:13:25.761" v="480" actId="14100"/>
          <ac:spMkLst>
            <pc:docMk/>
            <pc:sldMk cId="3491983534" sldId="276"/>
            <ac:spMk id="5" creationId="{76CBFE05-699F-4870-9BCB-9ECCF7824B9B}"/>
          </ac:spMkLst>
        </pc:spChg>
      </pc:sldChg>
      <pc:sldChg chg="addSp modSp new mod">
        <pc:chgData name="vani" userId="8744df0250de84ef" providerId="LiveId" clId="{2A9C9917-49CF-4150-90F7-1BA51E8AA291}" dt="2022-04-08T07:29:04.605" v="835" actId="14100"/>
        <pc:sldMkLst>
          <pc:docMk/>
          <pc:sldMk cId="2815085007" sldId="277"/>
        </pc:sldMkLst>
        <pc:spChg chg="add mod">
          <ac:chgData name="vani" userId="8744df0250de84ef" providerId="LiveId" clId="{2A9C9917-49CF-4150-90F7-1BA51E8AA291}" dt="2022-04-08T07:29:04.605" v="835" actId="14100"/>
          <ac:spMkLst>
            <pc:docMk/>
            <pc:sldMk cId="2815085007" sldId="277"/>
            <ac:spMk id="5" creationId="{75E135DC-66CB-46D5-B8BE-16165E58DE5B}"/>
          </ac:spMkLst>
        </pc:spChg>
      </pc:sldChg>
      <pc:sldChg chg="modSp add del mod">
        <pc:chgData name="vani" userId="8744df0250de84ef" providerId="LiveId" clId="{2A9C9917-49CF-4150-90F7-1BA51E8AA291}" dt="2022-04-08T07:15:23.337" v="502" actId="47"/>
        <pc:sldMkLst>
          <pc:docMk/>
          <pc:sldMk cId="587126466" sldId="278"/>
        </pc:sldMkLst>
        <pc:spChg chg="mod">
          <ac:chgData name="vani" userId="8744df0250de84ef" providerId="LiveId" clId="{2A9C9917-49CF-4150-90F7-1BA51E8AA291}" dt="2022-04-08T07:15:00.614" v="497" actId="21"/>
          <ac:spMkLst>
            <pc:docMk/>
            <pc:sldMk cId="587126466" sldId="278"/>
            <ac:spMk id="5" creationId="{84E07278-3943-422F-BB4B-EC0551761058}"/>
          </ac:spMkLst>
        </pc:spChg>
        <pc:spChg chg="mod">
          <ac:chgData name="vani" userId="8744df0250de84ef" providerId="LiveId" clId="{2A9C9917-49CF-4150-90F7-1BA51E8AA291}" dt="2022-04-08T07:11:19.691" v="426" actId="1076"/>
          <ac:spMkLst>
            <pc:docMk/>
            <pc:sldMk cId="587126466" sldId="278"/>
            <ac:spMk id="6" creationId="{3F7D784A-C17B-4865-ACCB-058D9DFACF13}"/>
          </ac:spMkLst>
        </pc:spChg>
      </pc:sldChg>
      <pc:sldChg chg="addSp delSp modSp add mod">
        <pc:chgData name="vani" userId="8744df0250de84ef" providerId="LiveId" clId="{2A9C9917-49CF-4150-90F7-1BA51E8AA291}" dt="2022-04-08T09:45:41.048" v="901" actId="207"/>
        <pc:sldMkLst>
          <pc:docMk/>
          <pc:sldMk cId="477704101" sldId="279"/>
        </pc:sldMkLst>
        <pc:spChg chg="mod">
          <ac:chgData name="vani" userId="8744df0250de84ef" providerId="LiveId" clId="{2A9C9917-49CF-4150-90F7-1BA51E8AA291}" dt="2022-04-08T09:45:41.048" v="901" actId="207"/>
          <ac:spMkLst>
            <pc:docMk/>
            <pc:sldMk cId="477704101" sldId="279"/>
            <ac:spMk id="5" creationId="{72941355-87C6-4B35-AEB0-6DB828992297}"/>
          </ac:spMkLst>
        </pc:spChg>
        <pc:spChg chg="add del mod">
          <ac:chgData name="vani" userId="8744df0250de84ef" providerId="LiveId" clId="{2A9C9917-49CF-4150-90F7-1BA51E8AA291}" dt="2022-04-08T07:27:25.483" v="795" actId="14100"/>
          <ac:spMkLst>
            <pc:docMk/>
            <pc:sldMk cId="477704101" sldId="279"/>
            <ac:spMk id="6" creationId="{2D3D96CD-9427-4822-B9B7-35E706B0331C}"/>
          </ac:spMkLst>
        </pc:spChg>
        <pc:spChg chg="add del mod">
          <ac:chgData name="vani" userId="8744df0250de84ef" providerId="LiveId" clId="{2A9C9917-49CF-4150-90F7-1BA51E8AA291}" dt="2022-04-08T07:26:56.889" v="786"/>
          <ac:spMkLst>
            <pc:docMk/>
            <pc:sldMk cId="477704101" sldId="279"/>
            <ac:spMk id="7" creationId="{4B0D7954-4804-40B0-A106-4110DA98D619}"/>
          </ac:spMkLst>
        </pc:spChg>
      </pc:sldChg>
      <pc:sldChg chg="addSp delSp modSp add mod">
        <pc:chgData name="vani" userId="8744df0250de84ef" providerId="LiveId" clId="{2A9C9917-49CF-4150-90F7-1BA51E8AA291}" dt="2022-04-08T09:45:45.087" v="902" actId="207"/>
        <pc:sldMkLst>
          <pc:docMk/>
          <pc:sldMk cId="810201842" sldId="280"/>
        </pc:sldMkLst>
        <pc:spChg chg="mod">
          <ac:chgData name="vani" userId="8744df0250de84ef" providerId="LiveId" clId="{2A9C9917-49CF-4150-90F7-1BA51E8AA291}" dt="2022-04-08T09:45:45.087" v="902" actId="207"/>
          <ac:spMkLst>
            <pc:docMk/>
            <pc:sldMk cId="810201842" sldId="280"/>
            <ac:spMk id="5" creationId="{72941355-87C6-4B35-AEB0-6DB828992297}"/>
          </ac:spMkLst>
        </pc:spChg>
        <pc:spChg chg="mod">
          <ac:chgData name="vani" userId="8744df0250de84ef" providerId="LiveId" clId="{2A9C9917-49CF-4150-90F7-1BA51E8AA291}" dt="2022-04-08T07:27:36.215" v="798" actId="14100"/>
          <ac:spMkLst>
            <pc:docMk/>
            <pc:sldMk cId="810201842" sldId="280"/>
            <ac:spMk id="6" creationId="{2D3D96CD-9427-4822-B9B7-35E706B0331C}"/>
          </ac:spMkLst>
        </pc:spChg>
        <pc:spChg chg="add del mod">
          <ac:chgData name="vani" userId="8744df0250de84ef" providerId="LiveId" clId="{2A9C9917-49CF-4150-90F7-1BA51E8AA291}" dt="2022-04-08T07:26:56.703" v="785"/>
          <ac:spMkLst>
            <pc:docMk/>
            <pc:sldMk cId="810201842" sldId="280"/>
            <ac:spMk id="7" creationId="{BEACE965-8069-4C05-A394-8F544E6EF34F}"/>
          </ac:spMkLst>
        </pc:spChg>
      </pc:sldChg>
      <pc:sldChg chg="addSp delSp modSp add mod">
        <pc:chgData name="vani" userId="8744df0250de84ef" providerId="LiveId" clId="{2A9C9917-49CF-4150-90F7-1BA51E8AA291}" dt="2022-04-08T07:27:42.762" v="801" actId="14100"/>
        <pc:sldMkLst>
          <pc:docMk/>
          <pc:sldMk cId="1366024231" sldId="281"/>
        </pc:sldMkLst>
        <pc:spChg chg="del">
          <ac:chgData name="vani" userId="8744df0250de84ef" providerId="LiveId" clId="{2A9C9917-49CF-4150-90F7-1BA51E8AA291}" dt="2022-04-08T07:15:42.084" v="505" actId="478"/>
          <ac:spMkLst>
            <pc:docMk/>
            <pc:sldMk cId="1366024231" sldId="281"/>
            <ac:spMk id="5" creationId="{72941355-87C6-4B35-AEB0-6DB828992297}"/>
          </ac:spMkLst>
        </pc:spChg>
        <pc:spChg chg="mod">
          <ac:chgData name="vani" userId="8744df0250de84ef" providerId="LiveId" clId="{2A9C9917-49CF-4150-90F7-1BA51E8AA291}" dt="2022-04-08T07:27:42.762" v="801" actId="14100"/>
          <ac:spMkLst>
            <pc:docMk/>
            <pc:sldMk cId="1366024231" sldId="281"/>
            <ac:spMk id="6" creationId="{2D3D96CD-9427-4822-B9B7-35E706B0331C}"/>
          </ac:spMkLst>
        </pc:spChg>
        <pc:spChg chg="add del mod">
          <ac:chgData name="vani" userId="8744df0250de84ef" providerId="LiveId" clId="{2A9C9917-49CF-4150-90F7-1BA51E8AA291}" dt="2022-04-08T07:26:56.507" v="784"/>
          <ac:spMkLst>
            <pc:docMk/>
            <pc:sldMk cId="1366024231" sldId="281"/>
            <ac:spMk id="7" creationId="{36BCAC03-BAA0-4617-BDB8-234D12A88F4B}"/>
          </ac:spMkLst>
        </pc:spChg>
      </pc:sldChg>
      <pc:sldChg chg="addSp delSp modSp add mod">
        <pc:chgData name="vani" userId="8744df0250de84ef" providerId="LiveId" clId="{2A9C9917-49CF-4150-90F7-1BA51E8AA291}" dt="2022-04-08T09:45:52.685" v="903" actId="207"/>
        <pc:sldMkLst>
          <pc:docMk/>
          <pc:sldMk cId="2788870949" sldId="282"/>
        </pc:sldMkLst>
        <pc:spChg chg="mod">
          <ac:chgData name="vani" userId="8744df0250de84ef" providerId="LiveId" clId="{2A9C9917-49CF-4150-90F7-1BA51E8AA291}" dt="2022-04-08T07:27:59.133" v="807" actId="20577"/>
          <ac:spMkLst>
            <pc:docMk/>
            <pc:sldMk cId="2788870949" sldId="282"/>
            <ac:spMk id="6" creationId="{2D3D96CD-9427-4822-B9B7-35E706B0331C}"/>
          </ac:spMkLst>
        </pc:spChg>
        <pc:spChg chg="add mod">
          <ac:chgData name="vani" userId="8744df0250de84ef" providerId="LiveId" clId="{2A9C9917-49CF-4150-90F7-1BA51E8AA291}" dt="2022-04-08T09:45:52.685" v="903" actId="207"/>
          <ac:spMkLst>
            <pc:docMk/>
            <pc:sldMk cId="2788870949" sldId="282"/>
            <ac:spMk id="7" creationId="{C8A977BE-6CFA-4A3E-8510-F6F9D9F2DE62}"/>
          </ac:spMkLst>
        </pc:spChg>
        <pc:spChg chg="add del mod">
          <ac:chgData name="vani" userId="8744df0250de84ef" providerId="LiveId" clId="{2A9C9917-49CF-4150-90F7-1BA51E8AA291}" dt="2022-04-08T07:26:56.295" v="783"/>
          <ac:spMkLst>
            <pc:docMk/>
            <pc:sldMk cId="2788870949" sldId="282"/>
            <ac:spMk id="8" creationId="{E38D6567-227A-464D-8523-A0518D2550C2}"/>
          </ac:spMkLst>
        </pc:spChg>
      </pc:sldChg>
      <pc:sldChg chg="delSp modSp add mod">
        <pc:chgData name="vani" userId="8744df0250de84ef" providerId="LiveId" clId="{2A9C9917-49CF-4150-90F7-1BA51E8AA291}" dt="2022-04-08T07:27:54.187" v="806" actId="14100"/>
        <pc:sldMkLst>
          <pc:docMk/>
          <pc:sldMk cId="2814941109" sldId="283"/>
        </pc:sldMkLst>
        <pc:spChg chg="mod">
          <ac:chgData name="vani" userId="8744df0250de84ef" providerId="LiveId" clId="{2A9C9917-49CF-4150-90F7-1BA51E8AA291}" dt="2022-04-08T07:27:54.187" v="806" actId="14100"/>
          <ac:spMkLst>
            <pc:docMk/>
            <pc:sldMk cId="2814941109" sldId="283"/>
            <ac:spMk id="6" creationId="{2D3D96CD-9427-4822-B9B7-35E706B0331C}"/>
          </ac:spMkLst>
        </pc:spChg>
        <pc:spChg chg="del">
          <ac:chgData name="vani" userId="8744df0250de84ef" providerId="LiveId" clId="{2A9C9917-49CF-4150-90F7-1BA51E8AA291}" dt="2022-04-08T07:16:26.107" v="517" actId="478"/>
          <ac:spMkLst>
            <pc:docMk/>
            <pc:sldMk cId="2814941109" sldId="283"/>
            <ac:spMk id="7" creationId="{C8A977BE-6CFA-4A3E-8510-F6F9D9F2DE62}"/>
          </ac:spMkLst>
        </pc:spChg>
      </pc:sldChg>
      <pc:sldChg chg="addSp modSp add mod">
        <pc:chgData name="vani" userId="8744df0250de84ef" providerId="LiveId" clId="{2A9C9917-49CF-4150-90F7-1BA51E8AA291}" dt="2022-04-11T06:57:46.378" v="1106" actId="6549"/>
        <pc:sldMkLst>
          <pc:docMk/>
          <pc:sldMk cId="771702481" sldId="284"/>
        </pc:sldMkLst>
        <pc:spChg chg="mod">
          <ac:chgData name="vani" userId="8744df0250de84ef" providerId="LiveId" clId="{2A9C9917-49CF-4150-90F7-1BA51E8AA291}" dt="2022-04-11T06:57:41.827" v="1097" actId="6549"/>
          <ac:spMkLst>
            <pc:docMk/>
            <pc:sldMk cId="771702481" sldId="284"/>
            <ac:spMk id="6" creationId="{2D3D96CD-9427-4822-B9B7-35E706B0331C}"/>
          </ac:spMkLst>
        </pc:spChg>
        <pc:spChg chg="add mod">
          <ac:chgData name="vani" userId="8744df0250de84ef" providerId="LiveId" clId="{2A9C9917-49CF-4150-90F7-1BA51E8AA291}" dt="2022-04-11T06:57:46.378" v="1106" actId="6549"/>
          <ac:spMkLst>
            <pc:docMk/>
            <pc:sldMk cId="771702481" sldId="284"/>
            <ac:spMk id="7" creationId="{BD8B8C42-89A5-4824-A0FD-D48A6E4CA06E}"/>
          </ac:spMkLst>
        </pc:spChg>
      </pc:sldChg>
      <pc:sldChg chg="addSp delSp modSp add mod">
        <pc:chgData name="vani" userId="8744df0250de84ef" providerId="LiveId" clId="{2A9C9917-49CF-4150-90F7-1BA51E8AA291}" dt="2022-04-08T09:46:19.098" v="951" actId="20577"/>
        <pc:sldMkLst>
          <pc:docMk/>
          <pc:sldMk cId="617338157" sldId="285"/>
        </pc:sldMkLst>
        <pc:spChg chg="mod">
          <ac:chgData name="vani" userId="8744df0250de84ef" providerId="LiveId" clId="{2A9C9917-49CF-4150-90F7-1BA51E8AA291}" dt="2022-04-08T07:28:12.418" v="812" actId="14100"/>
          <ac:spMkLst>
            <pc:docMk/>
            <pc:sldMk cId="617338157" sldId="285"/>
            <ac:spMk id="6" creationId="{2D3D96CD-9427-4822-B9B7-35E706B0331C}"/>
          </ac:spMkLst>
        </pc:spChg>
        <pc:spChg chg="del">
          <ac:chgData name="vani" userId="8744df0250de84ef" providerId="LiveId" clId="{2A9C9917-49CF-4150-90F7-1BA51E8AA291}" dt="2022-04-08T07:17:37.556" v="539" actId="478"/>
          <ac:spMkLst>
            <pc:docMk/>
            <pc:sldMk cId="617338157" sldId="285"/>
            <ac:spMk id="7" creationId="{BD8B8C42-89A5-4824-A0FD-D48A6E4CA06E}"/>
          </ac:spMkLst>
        </pc:spChg>
        <pc:spChg chg="add mod">
          <ac:chgData name="vani" userId="8744df0250de84ef" providerId="LiveId" clId="{2A9C9917-49CF-4150-90F7-1BA51E8AA291}" dt="2022-04-08T09:46:19.098" v="951" actId="20577"/>
          <ac:spMkLst>
            <pc:docMk/>
            <pc:sldMk cId="617338157" sldId="285"/>
            <ac:spMk id="8" creationId="{DE6ABDE5-B2AB-4BC6-9A5E-FA55C1DBB068}"/>
          </ac:spMkLst>
        </pc:spChg>
      </pc:sldChg>
      <pc:sldChg chg="addSp delSp modSp add mod">
        <pc:chgData name="vani" userId="8744df0250de84ef" providerId="LiveId" clId="{2A9C9917-49CF-4150-90F7-1BA51E8AA291}" dt="2022-04-08T09:46:34.392" v="974" actId="20577"/>
        <pc:sldMkLst>
          <pc:docMk/>
          <pc:sldMk cId="1691040800" sldId="286"/>
        </pc:sldMkLst>
        <pc:spChg chg="mod">
          <ac:chgData name="vani" userId="8744df0250de84ef" providerId="LiveId" clId="{2A9C9917-49CF-4150-90F7-1BA51E8AA291}" dt="2022-04-08T07:28:20.337" v="815" actId="14100"/>
          <ac:spMkLst>
            <pc:docMk/>
            <pc:sldMk cId="1691040800" sldId="286"/>
            <ac:spMk id="6" creationId="{2D3D96CD-9427-4822-B9B7-35E706B0331C}"/>
          </ac:spMkLst>
        </pc:spChg>
        <pc:spChg chg="add mod">
          <ac:chgData name="vani" userId="8744df0250de84ef" providerId="LiveId" clId="{2A9C9917-49CF-4150-90F7-1BA51E8AA291}" dt="2022-04-08T09:46:34.392" v="974" actId="20577"/>
          <ac:spMkLst>
            <pc:docMk/>
            <pc:sldMk cId="1691040800" sldId="286"/>
            <ac:spMk id="7" creationId="{B64079ED-7CC4-4661-88FF-0C9001F53273}"/>
          </ac:spMkLst>
        </pc:spChg>
        <pc:spChg chg="del">
          <ac:chgData name="vani" userId="8744df0250de84ef" providerId="LiveId" clId="{2A9C9917-49CF-4150-90F7-1BA51E8AA291}" dt="2022-04-08T07:18:00.309" v="545" actId="478"/>
          <ac:spMkLst>
            <pc:docMk/>
            <pc:sldMk cId="1691040800" sldId="286"/>
            <ac:spMk id="8" creationId="{DE6ABDE5-B2AB-4BC6-9A5E-FA55C1DBB068}"/>
          </ac:spMkLst>
        </pc:spChg>
      </pc:sldChg>
      <pc:sldChg chg="delSp modSp add mod">
        <pc:chgData name="vani" userId="8744df0250de84ef" providerId="LiveId" clId="{2A9C9917-49CF-4150-90F7-1BA51E8AA291}" dt="2022-04-08T07:28:26.401" v="817" actId="14100"/>
        <pc:sldMkLst>
          <pc:docMk/>
          <pc:sldMk cId="571157862" sldId="287"/>
        </pc:sldMkLst>
        <pc:spChg chg="mod">
          <ac:chgData name="vani" userId="8744df0250de84ef" providerId="LiveId" clId="{2A9C9917-49CF-4150-90F7-1BA51E8AA291}" dt="2022-04-08T07:28:26.401" v="817" actId="14100"/>
          <ac:spMkLst>
            <pc:docMk/>
            <pc:sldMk cId="571157862" sldId="287"/>
            <ac:spMk id="6" creationId="{2D3D96CD-9427-4822-B9B7-35E706B0331C}"/>
          </ac:spMkLst>
        </pc:spChg>
        <pc:spChg chg="del">
          <ac:chgData name="vani" userId="8744df0250de84ef" providerId="LiveId" clId="{2A9C9917-49CF-4150-90F7-1BA51E8AA291}" dt="2022-04-08T07:18:22.546" v="552" actId="478"/>
          <ac:spMkLst>
            <pc:docMk/>
            <pc:sldMk cId="571157862" sldId="287"/>
            <ac:spMk id="7" creationId="{B64079ED-7CC4-4661-88FF-0C9001F53273}"/>
          </ac:spMkLst>
        </pc:spChg>
      </pc:sldChg>
      <pc:sldChg chg="addSp modSp add mod">
        <pc:chgData name="vani" userId="8744df0250de84ef" providerId="LiveId" clId="{2A9C9917-49CF-4150-90F7-1BA51E8AA291}" dt="2022-04-08T09:46:40.398" v="975" actId="207"/>
        <pc:sldMkLst>
          <pc:docMk/>
          <pc:sldMk cId="889378141" sldId="288"/>
        </pc:sldMkLst>
        <pc:spChg chg="mod">
          <ac:chgData name="vani" userId="8744df0250de84ef" providerId="LiveId" clId="{2A9C9917-49CF-4150-90F7-1BA51E8AA291}" dt="2022-04-08T07:28:31.243" v="819" actId="14100"/>
          <ac:spMkLst>
            <pc:docMk/>
            <pc:sldMk cId="889378141" sldId="288"/>
            <ac:spMk id="6" creationId="{2D3D96CD-9427-4822-B9B7-35E706B0331C}"/>
          </ac:spMkLst>
        </pc:spChg>
        <pc:spChg chg="add mod">
          <ac:chgData name="vani" userId="8744df0250de84ef" providerId="LiveId" clId="{2A9C9917-49CF-4150-90F7-1BA51E8AA291}" dt="2022-04-08T09:46:40.398" v="975" actId="207"/>
          <ac:spMkLst>
            <pc:docMk/>
            <pc:sldMk cId="889378141" sldId="288"/>
            <ac:spMk id="7" creationId="{429EB363-F7CD-4028-99B9-C71D18946EF4}"/>
          </ac:spMkLst>
        </pc:spChg>
      </pc:sldChg>
      <pc:sldChg chg="addSp delSp modSp add mod">
        <pc:chgData name="vani" userId="8744df0250de84ef" providerId="LiveId" clId="{2A9C9917-49CF-4150-90F7-1BA51E8AA291}" dt="2022-04-08T09:46:45.279" v="977" actId="207"/>
        <pc:sldMkLst>
          <pc:docMk/>
          <pc:sldMk cId="533619613" sldId="289"/>
        </pc:sldMkLst>
        <pc:spChg chg="mod">
          <ac:chgData name="vani" userId="8744df0250de84ef" providerId="LiveId" clId="{2A9C9917-49CF-4150-90F7-1BA51E8AA291}" dt="2022-04-08T07:28:38.924" v="822" actId="14100"/>
          <ac:spMkLst>
            <pc:docMk/>
            <pc:sldMk cId="533619613" sldId="289"/>
            <ac:spMk id="6" creationId="{2D3D96CD-9427-4822-B9B7-35E706B0331C}"/>
          </ac:spMkLst>
        </pc:spChg>
        <pc:spChg chg="del">
          <ac:chgData name="vani" userId="8744df0250de84ef" providerId="LiveId" clId="{2A9C9917-49CF-4150-90F7-1BA51E8AA291}" dt="2022-04-08T07:19:06.521" v="564" actId="478"/>
          <ac:spMkLst>
            <pc:docMk/>
            <pc:sldMk cId="533619613" sldId="289"/>
            <ac:spMk id="7" creationId="{429EB363-F7CD-4028-99B9-C71D18946EF4}"/>
          </ac:spMkLst>
        </pc:spChg>
        <pc:spChg chg="add mod">
          <ac:chgData name="vani" userId="8744df0250de84ef" providerId="LiveId" clId="{2A9C9917-49CF-4150-90F7-1BA51E8AA291}" dt="2022-04-08T09:46:45.279" v="977" actId="207"/>
          <ac:spMkLst>
            <pc:docMk/>
            <pc:sldMk cId="533619613" sldId="289"/>
            <ac:spMk id="8" creationId="{DE85258D-1F1B-4602-8CAA-6F2D53F16C99}"/>
          </ac:spMkLst>
        </pc:spChg>
      </pc:sldChg>
      <pc:sldChg chg="modSp add mod">
        <pc:chgData name="vani" userId="8744df0250de84ef" providerId="LiveId" clId="{2A9C9917-49CF-4150-90F7-1BA51E8AA291}" dt="2022-04-08T10:27:19.422" v="980" actId="207"/>
        <pc:sldMkLst>
          <pc:docMk/>
          <pc:sldMk cId="4287170945" sldId="290"/>
        </pc:sldMkLst>
        <pc:spChg chg="mod">
          <ac:chgData name="vani" userId="8744df0250de84ef" providerId="LiveId" clId="{2A9C9917-49CF-4150-90F7-1BA51E8AA291}" dt="2022-04-08T07:28:46.349" v="825" actId="14100"/>
          <ac:spMkLst>
            <pc:docMk/>
            <pc:sldMk cId="4287170945" sldId="290"/>
            <ac:spMk id="6" creationId="{2D3D96CD-9427-4822-B9B7-35E706B0331C}"/>
          </ac:spMkLst>
        </pc:spChg>
        <pc:spChg chg="mod">
          <ac:chgData name="vani" userId="8744df0250de84ef" providerId="LiveId" clId="{2A9C9917-49CF-4150-90F7-1BA51E8AA291}" dt="2022-04-08T10:27:19.422" v="980" actId="207"/>
          <ac:spMkLst>
            <pc:docMk/>
            <pc:sldMk cId="4287170945" sldId="290"/>
            <ac:spMk id="8" creationId="{DE85258D-1F1B-4602-8CAA-6F2D53F16C99}"/>
          </ac:spMkLst>
        </pc:spChg>
      </pc:sldChg>
      <pc:sldChg chg="addSp delSp modSp add mod">
        <pc:chgData name="vani" userId="8744df0250de84ef" providerId="LiveId" clId="{2A9C9917-49CF-4150-90F7-1BA51E8AA291}" dt="2022-04-08T10:27:33.687" v="999" actId="20577"/>
        <pc:sldMkLst>
          <pc:docMk/>
          <pc:sldMk cId="1142112134" sldId="291"/>
        </pc:sldMkLst>
        <pc:spChg chg="add mod">
          <ac:chgData name="vani" userId="8744df0250de84ef" providerId="LiveId" clId="{2A9C9917-49CF-4150-90F7-1BA51E8AA291}" dt="2022-04-08T10:27:33.687" v="999" actId="20577"/>
          <ac:spMkLst>
            <pc:docMk/>
            <pc:sldMk cId="1142112134" sldId="291"/>
            <ac:spMk id="5" creationId="{DD4F0859-BD3F-40E2-AA3A-4D83A75EA1A9}"/>
          </ac:spMkLst>
        </pc:spChg>
        <pc:spChg chg="mod">
          <ac:chgData name="vani" userId="8744df0250de84ef" providerId="LiveId" clId="{2A9C9917-49CF-4150-90F7-1BA51E8AA291}" dt="2022-04-08T07:28:58.058" v="832" actId="14100"/>
          <ac:spMkLst>
            <pc:docMk/>
            <pc:sldMk cId="1142112134" sldId="291"/>
            <ac:spMk id="6" creationId="{2D3D96CD-9427-4822-B9B7-35E706B0331C}"/>
          </ac:spMkLst>
        </pc:spChg>
        <pc:spChg chg="del">
          <ac:chgData name="vani" userId="8744df0250de84ef" providerId="LiveId" clId="{2A9C9917-49CF-4150-90F7-1BA51E8AA291}" dt="2022-04-08T07:20:08.569" v="610" actId="478"/>
          <ac:spMkLst>
            <pc:docMk/>
            <pc:sldMk cId="1142112134" sldId="291"/>
            <ac:spMk id="8" creationId="{DE85258D-1F1B-4602-8CAA-6F2D53F16C99}"/>
          </ac:spMkLst>
        </pc:spChg>
      </pc:sldChg>
      <pc:sldChg chg="addSp modSp new mod">
        <pc:chgData name="vani" userId="8744df0250de84ef" providerId="LiveId" clId="{2A9C9917-49CF-4150-90F7-1BA51E8AA291}" dt="2022-04-08T09:41:51.716" v="856" actId="403"/>
        <pc:sldMkLst>
          <pc:docMk/>
          <pc:sldMk cId="2922894852" sldId="292"/>
        </pc:sldMkLst>
        <pc:spChg chg="add mod">
          <ac:chgData name="vani" userId="8744df0250de84ef" providerId="LiveId" clId="{2A9C9917-49CF-4150-90F7-1BA51E8AA291}" dt="2022-04-08T07:23:15.993" v="757" actId="403"/>
          <ac:spMkLst>
            <pc:docMk/>
            <pc:sldMk cId="2922894852" sldId="292"/>
            <ac:spMk id="5" creationId="{2B22C8C5-A611-482B-AE82-BEB24E37E317}"/>
          </ac:spMkLst>
        </pc:spChg>
        <pc:spChg chg="add mod">
          <ac:chgData name="vani" userId="8744df0250de84ef" providerId="LiveId" clId="{2A9C9917-49CF-4150-90F7-1BA51E8AA291}" dt="2022-04-08T09:41:51.716" v="856" actId="403"/>
          <ac:spMkLst>
            <pc:docMk/>
            <pc:sldMk cId="2922894852" sldId="292"/>
            <ac:spMk id="6" creationId="{81CBB503-D69F-448D-B3BB-F11F9111D6BC}"/>
          </ac:spMkLst>
        </pc:spChg>
      </pc:sldChg>
      <pc:sldMasterChg chg="addSp delSp modSp mod delSldLayout modSldLayout">
        <pc:chgData name="vani" userId="8744df0250de84ef" providerId="LiveId" clId="{2A9C9917-49CF-4150-90F7-1BA51E8AA291}" dt="2022-04-08T09:40:44.535" v="848" actId="1076"/>
        <pc:sldMasterMkLst>
          <pc:docMk/>
          <pc:sldMasterMk cId="3981450887" sldId="2147483672"/>
        </pc:sldMasterMkLst>
        <pc:spChg chg="del">
          <ac:chgData name="vani" userId="8744df0250de84ef" providerId="LiveId" clId="{2A9C9917-49CF-4150-90F7-1BA51E8AA291}" dt="2022-04-08T06:53:07.847" v="96" actId="478"/>
          <ac:spMkLst>
            <pc:docMk/>
            <pc:sldMasterMk cId="3981450887" sldId="2147483672"/>
            <ac:spMk id="4" creationId="{00000000-0000-0000-0000-000000000000}"/>
          </ac:spMkLst>
        </pc:spChg>
        <pc:spChg chg="del mod">
          <ac:chgData name="vani" userId="8744df0250de84ef" providerId="LiveId" clId="{2A9C9917-49CF-4150-90F7-1BA51E8AA291}" dt="2022-04-08T06:53:02.918" v="94" actId="478"/>
          <ac:spMkLst>
            <pc:docMk/>
            <pc:sldMasterMk cId="3981450887" sldId="2147483672"/>
            <ac:spMk id="5" creationId="{00000000-0000-0000-0000-000000000000}"/>
          </ac:spMkLst>
        </pc:spChg>
        <pc:spChg chg="del">
          <ac:chgData name="vani" userId="8744df0250de84ef" providerId="LiveId" clId="{2A9C9917-49CF-4150-90F7-1BA51E8AA291}" dt="2022-04-08T06:53:04.542" v="95" actId="478"/>
          <ac:spMkLst>
            <pc:docMk/>
            <pc:sldMasterMk cId="3981450887" sldId="2147483672"/>
            <ac:spMk id="6" creationId="{00000000-0000-0000-0000-000000000000}"/>
          </ac:spMkLst>
        </pc:spChg>
        <pc:spChg chg="add del mod">
          <ac:chgData name="vani" userId="8744df0250de84ef" providerId="LiveId" clId="{2A9C9917-49CF-4150-90F7-1BA51E8AA291}" dt="2022-04-08T09:40:23.847" v="843" actId="1076"/>
          <ac:spMkLst>
            <pc:docMk/>
            <pc:sldMasterMk cId="3981450887" sldId="2147483672"/>
            <ac:spMk id="7" creationId="{00000000-0000-0000-0000-000000000000}"/>
          </ac:spMkLst>
        </pc:spChg>
        <pc:spChg chg="add del mod">
          <ac:chgData name="vani" userId="8744df0250de84ef" providerId="LiveId" clId="{2A9C9917-49CF-4150-90F7-1BA51E8AA291}" dt="2022-04-08T07:00:51.359" v="314" actId="404"/>
          <ac:spMkLst>
            <pc:docMk/>
            <pc:sldMasterMk cId="3981450887" sldId="2147483672"/>
            <ac:spMk id="11" creationId="{586C2C0A-2E32-4021-A154-C788E338291F}"/>
          </ac:spMkLst>
        </pc:spChg>
        <pc:spChg chg="add del mod">
          <ac:chgData name="vani" userId="8744df0250de84ef" providerId="LiveId" clId="{2A9C9917-49CF-4150-90F7-1BA51E8AA291}" dt="2022-04-08T09:40:20.652" v="841" actId="1076"/>
          <ac:spMkLst>
            <pc:docMk/>
            <pc:sldMasterMk cId="3981450887" sldId="2147483672"/>
            <ac:spMk id="12" creationId="{CE652BD4-011D-4AC7-A62B-3707EE28976E}"/>
          </ac:spMkLst>
        </pc:spChg>
        <pc:spChg chg="add del mod">
          <ac:chgData name="vani" userId="8744df0250de84ef" providerId="LiveId" clId="{2A9C9917-49CF-4150-90F7-1BA51E8AA291}" dt="2022-04-08T09:40:27.264" v="844" actId="1076"/>
          <ac:spMkLst>
            <pc:docMk/>
            <pc:sldMasterMk cId="3981450887" sldId="2147483672"/>
            <ac:spMk id="13" creationId="{89A7FDAB-3297-484D-BE24-C9FAB97B11BF}"/>
          </ac:spMkLst>
        </pc:spChg>
        <pc:sldLayoutChg chg="addSp delSp modSp mod">
          <pc:chgData name="vani" userId="8744df0250de84ef" providerId="LiveId" clId="{2A9C9917-49CF-4150-90F7-1BA51E8AA291}" dt="2022-04-08T09:40:34.432" v="845" actId="1076"/>
          <pc:sldLayoutMkLst>
            <pc:docMk/>
            <pc:sldMasterMk cId="3981450887" sldId="2147483672"/>
            <pc:sldLayoutMk cId="2165531354" sldId="2147483673"/>
          </pc:sldLayoutMkLst>
          <pc:spChg chg="mod">
            <ac:chgData name="vani" userId="8744df0250de84ef" providerId="LiveId" clId="{2A9C9917-49CF-4150-90F7-1BA51E8AA291}" dt="2022-04-08T06:55:25.226" v="156" actId="1076"/>
            <ac:spMkLst>
              <pc:docMk/>
              <pc:sldMasterMk cId="3981450887" sldId="2147483672"/>
              <pc:sldLayoutMk cId="2165531354" sldId="2147483673"/>
              <ac:spMk id="2" creationId="{00000000-0000-0000-0000-000000000000}"/>
            </ac:spMkLst>
          </pc:spChg>
          <pc:spChg chg="del">
            <ac:chgData name="vani" userId="8744df0250de84ef" providerId="LiveId" clId="{2A9C9917-49CF-4150-90F7-1BA51E8AA291}" dt="2022-04-08T06:41:21.232" v="10" actId="478"/>
            <ac:spMkLst>
              <pc:docMk/>
              <pc:sldMasterMk cId="3981450887" sldId="2147483672"/>
              <pc:sldLayoutMk cId="2165531354" sldId="2147483673"/>
              <ac:spMk id="4" creationId="{00000000-0000-0000-0000-000000000000}"/>
            </ac:spMkLst>
          </pc:spChg>
          <pc:spChg chg="del">
            <ac:chgData name="vani" userId="8744df0250de84ef" providerId="LiveId" clId="{2A9C9917-49CF-4150-90F7-1BA51E8AA291}" dt="2022-04-08T06:41:19.365" v="9" actId="478"/>
            <ac:spMkLst>
              <pc:docMk/>
              <pc:sldMasterMk cId="3981450887" sldId="2147483672"/>
              <pc:sldLayoutMk cId="2165531354" sldId="2147483673"/>
              <ac:spMk id="5" creationId="{00000000-0000-0000-0000-000000000000}"/>
            </ac:spMkLst>
          </pc:spChg>
          <pc:spChg chg="del">
            <ac:chgData name="vani" userId="8744df0250de84ef" providerId="LiveId" clId="{2A9C9917-49CF-4150-90F7-1BA51E8AA291}" dt="2022-04-08T06:41:22.365" v="11" actId="478"/>
            <ac:spMkLst>
              <pc:docMk/>
              <pc:sldMasterMk cId="3981450887" sldId="2147483672"/>
              <pc:sldLayoutMk cId="2165531354" sldId="2147483673"/>
              <ac:spMk id="6" creationId="{00000000-0000-0000-0000-000000000000}"/>
            </ac:spMkLst>
          </pc:spChg>
          <pc:spChg chg="add del mod">
            <ac:chgData name="vani" userId="8744df0250de84ef" providerId="LiveId" clId="{2A9C9917-49CF-4150-90F7-1BA51E8AA291}" dt="2022-04-08T06:59:11.535" v="290" actId="478"/>
            <ac:spMkLst>
              <pc:docMk/>
              <pc:sldMasterMk cId="3981450887" sldId="2147483672"/>
              <pc:sldLayoutMk cId="2165531354" sldId="2147483673"/>
              <ac:spMk id="7" creationId="{00000000-0000-0000-0000-000000000000}"/>
            </ac:spMkLst>
          </pc:spChg>
          <pc:spChg chg="add del mod">
            <ac:chgData name="vani" userId="8744df0250de84ef" providerId="LiveId" clId="{2A9C9917-49CF-4150-90F7-1BA51E8AA291}" dt="2022-04-08T06:59:11.705" v="291" actId="478"/>
            <ac:spMkLst>
              <pc:docMk/>
              <pc:sldMasterMk cId="3981450887" sldId="2147483672"/>
              <pc:sldLayoutMk cId="2165531354" sldId="2147483673"/>
              <ac:spMk id="10" creationId="{7542B85D-3F39-4264-9FDB-E3404864EE30}"/>
            </ac:spMkLst>
          </pc:spChg>
          <pc:spChg chg="add del mod">
            <ac:chgData name="vani" userId="8744df0250de84ef" providerId="LiveId" clId="{2A9C9917-49CF-4150-90F7-1BA51E8AA291}" dt="2022-04-08T06:59:12.249" v="292" actId="478"/>
            <ac:spMkLst>
              <pc:docMk/>
              <pc:sldMasterMk cId="3981450887" sldId="2147483672"/>
              <pc:sldLayoutMk cId="2165531354" sldId="2147483673"/>
              <ac:spMk id="11" creationId="{E9C22894-E34A-486C-BD01-C4AD29A7E757}"/>
            </ac:spMkLst>
          </pc:spChg>
          <pc:spChg chg="add del mod">
            <ac:chgData name="vani" userId="8744df0250de84ef" providerId="LiveId" clId="{2A9C9917-49CF-4150-90F7-1BA51E8AA291}" dt="2022-04-08T06:59:12.485" v="293" actId="478"/>
            <ac:spMkLst>
              <pc:docMk/>
              <pc:sldMasterMk cId="3981450887" sldId="2147483672"/>
              <pc:sldLayoutMk cId="2165531354" sldId="2147483673"/>
              <ac:spMk id="12" creationId="{BA343073-E2B7-41EE-B4DC-D50A4CB8F9F1}"/>
            </ac:spMkLst>
          </pc:spChg>
          <pc:spChg chg="add del mod">
            <ac:chgData name="vani" userId="8744df0250de84ef" providerId="LiveId" clId="{2A9C9917-49CF-4150-90F7-1BA51E8AA291}" dt="2022-04-08T06:55:50.170" v="157"/>
            <ac:spMkLst>
              <pc:docMk/>
              <pc:sldMasterMk cId="3981450887" sldId="2147483672"/>
              <pc:sldLayoutMk cId="2165531354" sldId="2147483673"/>
              <ac:spMk id="14" creationId="{E67EE2A4-8960-4AA5-83A6-2B913FC76BAF}"/>
            </ac:spMkLst>
          </pc:spChg>
          <pc:spChg chg="add del mod">
            <ac:chgData name="vani" userId="8744df0250de84ef" providerId="LiveId" clId="{2A9C9917-49CF-4150-90F7-1BA51E8AA291}" dt="2022-04-08T06:55:50.170" v="157"/>
            <ac:spMkLst>
              <pc:docMk/>
              <pc:sldMasterMk cId="3981450887" sldId="2147483672"/>
              <pc:sldLayoutMk cId="2165531354" sldId="2147483673"/>
              <ac:spMk id="15" creationId="{3CA28D55-6DBE-40A6-978E-1B5993B9E420}"/>
            </ac:spMkLst>
          </pc:spChg>
          <pc:spChg chg="add del mod">
            <ac:chgData name="vani" userId="8744df0250de84ef" providerId="LiveId" clId="{2A9C9917-49CF-4150-90F7-1BA51E8AA291}" dt="2022-04-08T06:55:50.170" v="157"/>
            <ac:spMkLst>
              <pc:docMk/>
              <pc:sldMasterMk cId="3981450887" sldId="2147483672"/>
              <pc:sldLayoutMk cId="2165531354" sldId="2147483673"/>
              <ac:spMk id="16" creationId="{1947E496-E851-4AC3-B3BF-A2144711F7FB}"/>
            </ac:spMkLst>
          </pc:spChg>
          <pc:spChg chg="add del mod">
            <ac:chgData name="vani" userId="8744df0250de84ef" providerId="LiveId" clId="{2A9C9917-49CF-4150-90F7-1BA51E8AA291}" dt="2022-04-08T06:59:13.355" v="298"/>
            <ac:spMkLst>
              <pc:docMk/>
              <pc:sldMasterMk cId="3981450887" sldId="2147483672"/>
              <pc:sldLayoutMk cId="2165531354" sldId="2147483673"/>
              <ac:spMk id="17" creationId="{681808F4-BE04-4890-AA47-34840BF686D7}"/>
            </ac:spMkLst>
          </pc:spChg>
          <pc:spChg chg="add del mod">
            <ac:chgData name="vani" userId="8744df0250de84ef" providerId="LiveId" clId="{2A9C9917-49CF-4150-90F7-1BA51E8AA291}" dt="2022-04-08T07:00:58.152" v="315" actId="404"/>
            <ac:spMkLst>
              <pc:docMk/>
              <pc:sldMasterMk cId="3981450887" sldId="2147483672"/>
              <pc:sldLayoutMk cId="2165531354" sldId="2147483673"/>
              <ac:spMk id="18" creationId="{560A3D61-082D-4AFC-8C43-11920C9C3B78}"/>
            </ac:spMkLst>
          </pc:spChg>
          <pc:spChg chg="add del mod">
            <ac:chgData name="vani" userId="8744df0250de84ef" providerId="LiveId" clId="{2A9C9917-49CF-4150-90F7-1BA51E8AA291}" dt="2022-04-08T07:25:06.107" v="761" actId="1076"/>
            <ac:spMkLst>
              <pc:docMk/>
              <pc:sldMasterMk cId="3981450887" sldId="2147483672"/>
              <pc:sldLayoutMk cId="2165531354" sldId="2147483673"/>
              <ac:spMk id="19" creationId="{A86F9500-5683-469A-B5A1-A134DC309902}"/>
            </ac:spMkLst>
          </pc:spChg>
          <pc:spChg chg="add del mod">
            <ac:chgData name="vani" userId="8744df0250de84ef" providerId="LiveId" clId="{2A9C9917-49CF-4150-90F7-1BA51E8AA291}" dt="2022-04-08T09:40:34.432" v="845" actId="1076"/>
            <ac:spMkLst>
              <pc:docMk/>
              <pc:sldMasterMk cId="3981450887" sldId="2147483672"/>
              <pc:sldLayoutMk cId="2165531354" sldId="2147483673"/>
              <ac:spMk id="20" creationId="{84E4F430-9159-4A3A-B3EE-3A2184944C26}"/>
            </ac:spMkLst>
          </pc:spChg>
          <pc:picChg chg="add mod">
            <ac:chgData name="vani" userId="8744df0250de84ef" providerId="LiveId" clId="{2A9C9917-49CF-4150-90F7-1BA51E8AA291}" dt="2022-04-08T07:27:00.191" v="791" actId="1076"/>
            <ac:picMkLst>
              <pc:docMk/>
              <pc:sldMasterMk cId="3981450887" sldId="2147483672"/>
              <pc:sldLayoutMk cId="2165531354" sldId="2147483673"/>
              <ac:picMk id="13" creationId="{ABFE8271-BAE2-47F4-BB24-676BE43E80CF}"/>
            </ac:picMkLst>
          </pc:picChg>
        </pc:sldLayoutChg>
        <pc:sldLayoutChg chg="del">
          <pc:chgData name="vani" userId="8744df0250de84ef" providerId="LiveId" clId="{2A9C9917-49CF-4150-90F7-1BA51E8AA291}" dt="2022-04-08T06:40:45.936" v="7" actId="2696"/>
          <pc:sldLayoutMkLst>
            <pc:docMk/>
            <pc:sldMasterMk cId="3981450887" sldId="2147483672"/>
            <pc:sldLayoutMk cId="3193063658" sldId="2147483674"/>
          </pc:sldLayoutMkLst>
        </pc:sldLayoutChg>
        <pc:sldLayoutChg chg="del">
          <pc:chgData name="vani" userId="8744df0250de84ef" providerId="LiveId" clId="{2A9C9917-49CF-4150-90F7-1BA51E8AA291}" dt="2022-04-08T06:40:46.232" v="8" actId="2696"/>
          <pc:sldLayoutMkLst>
            <pc:docMk/>
            <pc:sldMasterMk cId="3981450887" sldId="2147483672"/>
            <pc:sldLayoutMk cId="4192998686" sldId="2147483675"/>
          </pc:sldLayoutMkLst>
        </pc:sldLayoutChg>
        <pc:sldLayoutChg chg="del">
          <pc:chgData name="vani" userId="8744df0250de84ef" providerId="LiveId" clId="{2A9C9917-49CF-4150-90F7-1BA51E8AA291}" dt="2022-04-08T06:40:44.086" v="5" actId="2696"/>
          <pc:sldLayoutMkLst>
            <pc:docMk/>
            <pc:sldMasterMk cId="3981450887" sldId="2147483672"/>
            <pc:sldLayoutMk cId="2931461914" sldId="2147483676"/>
          </pc:sldLayoutMkLst>
        </pc:sldLayoutChg>
        <pc:sldLayoutChg chg="del">
          <pc:chgData name="vani" userId="8744df0250de84ef" providerId="LiveId" clId="{2A9C9917-49CF-4150-90F7-1BA51E8AA291}" dt="2022-04-08T06:40:44.350" v="6" actId="2696"/>
          <pc:sldLayoutMkLst>
            <pc:docMk/>
            <pc:sldMasterMk cId="3981450887" sldId="2147483672"/>
            <pc:sldLayoutMk cId="390657630" sldId="2147483677"/>
          </pc:sldLayoutMkLst>
        </pc:sldLayoutChg>
        <pc:sldLayoutChg chg="del">
          <pc:chgData name="vani" userId="8744df0250de84ef" providerId="LiveId" clId="{2A9C9917-49CF-4150-90F7-1BA51E8AA291}" dt="2022-04-08T06:40:42.833" v="4" actId="2696"/>
          <pc:sldLayoutMkLst>
            <pc:docMk/>
            <pc:sldMasterMk cId="3981450887" sldId="2147483672"/>
            <pc:sldLayoutMk cId="1585590971" sldId="2147483678"/>
          </pc:sldLayoutMkLst>
        </pc:sldLayoutChg>
        <pc:sldLayoutChg chg="addSp delSp modSp mod">
          <pc:chgData name="vani" userId="8744df0250de84ef" providerId="LiveId" clId="{2A9C9917-49CF-4150-90F7-1BA51E8AA291}" dt="2022-04-08T09:40:44.535" v="848" actId="1076"/>
          <pc:sldLayoutMkLst>
            <pc:docMk/>
            <pc:sldMasterMk cId="3981450887" sldId="2147483672"/>
            <pc:sldLayoutMk cId="3963090890" sldId="2147483679"/>
          </pc:sldLayoutMkLst>
          <pc:spChg chg="add del mod">
            <ac:chgData name="vani" userId="8744df0250de84ef" providerId="LiveId" clId="{2A9C9917-49CF-4150-90F7-1BA51E8AA291}" dt="2022-04-08T06:59:08.770" v="281" actId="478"/>
            <ac:spMkLst>
              <pc:docMk/>
              <pc:sldMasterMk cId="3981450887" sldId="2147483672"/>
              <pc:sldLayoutMk cId="3963090890" sldId="2147483679"/>
              <ac:spMk id="5" creationId="{00000000-0000-0000-0000-000000000000}"/>
            </ac:spMkLst>
          </pc:spChg>
          <pc:spChg chg="del">
            <ac:chgData name="vani" userId="8744df0250de84ef" providerId="LiveId" clId="{2A9C9917-49CF-4150-90F7-1BA51E8AA291}" dt="2022-04-08T06:52:28.643" v="86" actId="478"/>
            <ac:spMkLst>
              <pc:docMk/>
              <pc:sldMasterMk cId="3981450887" sldId="2147483672"/>
              <pc:sldLayoutMk cId="3963090890" sldId="2147483679"/>
              <ac:spMk id="7" creationId="{00000000-0000-0000-0000-000000000000}"/>
            </ac:spMkLst>
          </pc:spChg>
          <pc:spChg chg="del mod">
            <ac:chgData name="vani" userId="8744df0250de84ef" providerId="LiveId" clId="{2A9C9917-49CF-4150-90F7-1BA51E8AA291}" dt="2022-04-08T06:52:42.629" v="89" actId="478"/>
            <ac:spMkLst>
              <pc:docMk/>
              <pc:sldMasterMk cId="3981450887" sldId="2147483672"/>
              <pc:sldLayoutMk cId="3963090890" sldId="2147483679"/>
              <ac:spMk id="8" creationId="{00000000-0000-0000-0000-000000000000}"/>
            </ac:spMkLst>
          </pc:spChg>
          <pc:spChg chg="del">
            <ac:chgData name="vani" userId="8744df0250de84ef" providerId="LiveId" clId="{2A9C9917-49CF-4150-90F7-1BA51E8AA291}" dt="2022-04-08T06:52:46.795" v="90" actId="478"/>
            <ac:spMkLst>
              <pc:docMk/>
              <pc:sldMasterMk cId="3981450887" sldId="2147483672"/>
              <pc:sldLayoutMk cId="3963090890" sldId="2147483679"/>
              <ac:spMk id="9" creationId="{00000000-0000-0000-0000-000000000000}"/>
            </ac:spMkLst>
          </pc:spChg>
          <pc:spChg chg="add del mod">
            <ac:chgData name="vani" userId="8744df0250de84ef" providerId="LiveId" clId="{2A9C9917-49CF-4150-90F7-1BA51E8AA291}" dt="2022-04-08T06:59:09.447" v="282" actId="478"/>
            <ac:spMkLst>
              <pc:docMk/>
              <pc:sldMasterMk cId="3981450887" sldId="2147483672"/>
              <pc:sldLayoutMk cId="3963090890" sldId="2147483679"/>
              <ac:spMk id="11" creationId="{D980D2C4-E1B4-4CD7-AA15-34B288EFB04D}"/>
            </ac:spMkLst>
          </pc:spChg>
          <pc:spChg chg="add del mod">
            <ac:chgData name="vani" userId="8744df0250de84ef" providerId="LiveId" clId="{2A9C9917-49CF-4150-90F7-1BA51E8AA291}" dt="2022-04-08T06:59:09.889" v="283" actId="478"/>
            <ac:spMkLst>
              <pc:docMk/>
              <pc:sldMasterMk cId="3981450887" sldId="2147483672"/>
              <pc:sldLayoutMk cId="3963090890" sldId="2147483679"/>
              <ac:spMk id="12" creationId="{7BD84B44-B797-4480-AC5F-5E86A96D9DA4}"/>
            </ac:spMkLst>
          </pc:spChg>
          <pc:spChg chg="add del mod">
            <ac:chgData name="vani" userId="8744df0250de84ef" providerId="LiveId" clId="{2A9C9917-49CF-4150-90F7-1BA51E8AA291}" dt="2022-04-08T06:59:10.187" v="284" actId="478"/>
            <ac:spMkLst>
              <pc:docMk/>
              <pc:sldMasterMk cId="3981450887" sldId="2147483672"/>
              <pc:sldLayoutMk cId="3963090890" sldId="2147483679"/>
              <ac:spMk id="13" creationId="{B9409253-CB73-4AC7-915F-D3DCCC149F61}"/>
            </ac:spMkLst>
          </pc:spChg>
          <pc:spChg chg="add del mod">
            <ac:chgData name="vani" userId="8744df0250de84ef" providerId="LiveId" clId="{2A9C9917-49CF-4150-90F7-1BA51E8AA291}" dt="2022-04-08T06:59:12.695" v="294" actId="478"/>
            <ac:spMkLst>
              <pc:docMk/>
              <pc:sldMasterMk cId="3981450887" sldId="2147483672"/>
              <pc:sldLayoutMk cId="3963090890" sldId="2147483679"/>
              <ac:spMk id="14" creationId="{DC96B274-10A6-4563-ABA4-B7075C4E28B0}"/>
            </ac:spMkLst>
          </pc:spChg>
          <pc:spChg chg="add del mod">
            <ac:chgData name="vani" userId="8744df0250de84ef" providerId="LiveId" clId="{2A9C9917-49CF-4150-90F7-1BA51E8AA291}" dt="2022-04-08T06:59:13.056" v="296" actId="478"/>
            <ac:spMkLst>
              <pc:docMk/>
              <pc:sldMasterMk cId="3981450887" sldId="2147483672"/>
              <pc:sldLayoutMk cId="3963090890" sldId="2147483679"/>
              <ac:spMk id="15" creationId="{95A4DFCC-C711-4C14-9DAC-C1EB7CC931F1}"/>
            </ac:spMkLst>
          </pc:spChg>
          <pc:spChg chg="add del mod">
            <ac:chgData name="vani" userId="8744df0250de84ef" providerId="LiveId" clId="{2A9C9917-49CF-4150-90F7-1BA51E8AA291}" dt="2022-04-08T06:59:12.885" v="295" actId="478"/>
            <ac:spMkLst>
              <pc:docMk/>
              <pc:sldMasterMk cId="3981450887" sldId="2147483672"/>
              <pc:sldLayoutMk cId="3963090890" sldId="2147483679"/>
              <ac:spMk id="16" creationId="{42BF324B-2E92-4944-82F1-2FBDB599D312}"/>
            </ac:spMkLst>
          </pc:spChg>
          <pc:spChg chg="add del mod">
            <ac:chgData name="vani" userId="8744df0250de84ef" providerId="LiveId" clId="{2A9C9917-49CF-4150-90F7-1BA51E8AA291}" dt="2022-04-08T06:59:13.211" v="297" actId="478"/>
            <ac:spMkLst>
              <pc:docMk/>
              <pc:sldMasterMk cId="3981450887" sldId="2147483672"/>
              <pc:sldLayoutMk cId="3963090890" sldId="2147483679"/>
              <ac:spMk id="17" creationId="{0077DCB3-69C2-4790-AE87-8A4D3B3E2AD8}"/>
            </ac:spMkLst>
          </pc:spChg>
          <pc:spChg chg="add del mod">
            <ac:chgData name="vani" userId="8744df0250de84ef" providerId="LiveId" clId="{2A9C9917-49CF-4150-90F7-1BA51E8AA291}" dt="2022-04-08T06:58:50.418" v="260"/>
            <ac:spMkLst>
              <pc:docMk/>
              <pc:sldMasterMk cId="3981450887" sldId="2147483672"/>
              <pc:sldLayoutMk cId="3963090890" sldId="2147483679"/>
              <ac:spMk id="18" creationId="{7D7DA6CE-70BC-4DA1-8FB1-BDAF4D61EC02}"/>
            </ac:spMkLst>
          </pc:spChg>
          <pc:spChg chg="add del mod">
            <ac:chgData name="vani" userId="8744df0250de84ef" providerId="LiveId" clId="{2A9C9917-49CF-4150-90F7-1BA51E8AA291}" dt="2022-04-08T06:58:50.418" v="260"/>
            <ac:spMkLst>
              <pc:docMk/>
              <pc:sldMasterMk cId="3981450887" sldId="2147483672"/>
              <pc:sldLayoutMk cId="3963090890" sldId="2147483679"/>
              <ac:spMk id="19" creationId="{025E8BE5-68C9-494D-9C88-2D0EB56A2471}"/>
            </ac:spMkLst>
          </pc:spChg>
          <pc:spChg chg="add del mod">
            <ac:chgData name="vani" userId="8744df0250de84ef" providerId="LiveId" clId="{2A9C9917-49CF-4150-90F7-1BA51E8AA291}" dt="2022-04-08T06:58:50.418" v="260"/>
            <ac:spMkLst>
              <pc:docMk/>
              <pc:sldMasterMk cId="3981450887" sldId="2147483672"/>
              <pc:sldLayoutMk cId="3963090890" sldId="2147483679"/>
              <ac:spMk id="20" creationId="{7ABBFC00-75D7-4E07-82A4-D29710125EC3}"/>
            </ac:spMkLst>
          </pc:spChg>
          <pc:spChg chg="add del mod">
            <ac:chgData name="vani" userId="8744df0250de84ef" providerId="LiveId" clId="{2A9C9917-49CF-4150-90F7-1BA51E8AA291}" dt="2022-04-08T06:58:50.418" v="260"/>
            <ac:spMkLst>
              <pc:docMk/>
              <pc:sldMasterMk cId="3981450887" sldId="2147483672"/>
              <pc:sldLayoutMk cId="3963090890" sldId="2147483679"/>
              <ac:spMk id="21" creationId="{263D3D46-5B36-407C-8C00-8613F74F7AAD}"/>
            </ac:spMkLst>
          </pc:spChg>
          <pc:spChg chg="add mod">
            <ac:chgData name="vani" userId="8744df0250de84ef" providerId="LiveId" clId="{2A9C9917-49CF-4150-90F7-1BA51E8AA291}" dt="2022-04-08T09:40:39.408" v="847" actId="1076"/>
            <ac:spMkLst>
              <pc:docMk/>
              <pc:sldMasterMk cId="3981450887" sldId="2147483672"/>
              <pc:sldLayoutMk cId="3963090890" sldId="2147483679"/>
              <ac:spMk id="22" creationId="{0CDE177D-5819-41EA-9A95-0D764734C936}"/>
            </ac:spMkLst>
          </pc:spChg>
          <pc:spChg chg="add mod">
            <ac:chgData name="vani" userId="8744df0250de84ef" providerId="LiveId" clId="{2A9C9917-49CF-4150-90F7-1BA51E8AA291}" dt="2022-04-08T07:01:19.434" v="317"/>
            <ac:spMkLst>
              <pc:docMk/>
              <pc:sldMasterMk cId="3981450887" sldId="2147483672"/>
              <pc:sldLayoutMk cId="3963090890" sldId="2147483679"/>
              <ac:spMk id="23" creationId="{2E70D8B4-8362-4455-8BDF-4B54FBE5F9DA}"/>
            </ac:spMkLst>
          </pc:spChg>
          <pc:spChg chg="add mod">
            <ac:chgData name="vani" userId="8744df0250de84ef" providerId="LiveId" clId="{2A9C9917-49CF-4150-90F7-1BA51E8AA291}" dt="2022-04-08T07:25:11.889" v="762" actId="1076"/>
            <ac:spMkLst>
              <pc:docMk/>
              <pc:sldMasterMk cId="3981450887" sldId="2147483672"/>
              <pc:sldLayoutMk cId="3963090890" sldId="2147483679"/>
              <ac:spMk id="24" creationId="{E792E63F-1562-4E97-9709-CBED849F519C}"/>
            </ac:spMkLst>
          </pc:spChg>
          <pc:spChg chg="add mod">
            <ac:chgData name="vani" userId="8744df0250de84ef" providerId="LiveId" clId="{2A9C9917-49CF-4150-90F7-1BA51E8AA291}" dt="2022-04-08T09:40:44.535" v="848" actId="1076"/>
            <ac:spMkLst>
              <pc:docMk/>
              <pc:sldMasterMk cId="3981450887" sldId="2147483672"/>
              <pc:sldLayoutMk cId="3963090890" sldId="2147483679"/>
              <ac:spMk id="25" creationId="{42B00652-700A-4B97-81F2-A818576A74D5}"/>
            </ac:spMkLst>
          </pc:spChg>
          <pc:picChg chg="add mod">
            <ac:chgData name="vani" userId="8744df0250de84ef" providerId="LiveId" clId="{2A9C9917-49CF-4150-90F7-1BA51E8AA291}" dt="2022-04-08T07:25:56.521" v="768" actId="1076"/>
            <ac:picMkLst>
              <pc:docMk/>
              <pc:sldMasterMk cId="3981450887" sldId="2147483672"/>
              <pc:sldLayoutMk cId="3963090890" sldId="2147483679"/>
              <ac:picMk id="10" creationId="{3136F926-ACE0-453D-95E8-B8EC3776EED2}"/>
            </ac:picMkLst>
          </pc:picChg>
        </pc:sldLayoutChg>
        <pc:sldLayoutChg chg="del">
          <pc:chgData name="vani" userId="8744df0250de84ef" providerId="LiveId" clId="{2A9C9917-49CF-4150-90F7-1BA51E8AA291}" dt="2022-04-08T06:40:41.455" v="3" actId="2696"/>
          <pc:sldLayoutMkLst>
            <pc:docMk/>
            <pc:sldMasterMk cId="3981450887" sldId="2147483672"/>
            <pc:sldLayoutMk cId="3393093646" sldId="2147483680"/>
          </pc:sldLayoutMkLst>
        </pc:sldLayoutChg>
        <pc:sldLayoutChg chg="del">
          <pc:chgData name="vani" userId="8744df0250de84ef" providerId="LiveId" clId="{2A9C9917-49CF-4150-90F7-1BA51E8AA291}" dt="2022-04-08T06:40:41.230" v="2" actId="2696"/>
          <pc:sldLayoutMkLst>
            <pc:docMk/>
            <pc:sldMasterMk cId="3981450887" sldId="2147483672"/>
            <pc:sldLayoutMk cId="3801081209" sldId="2147483681"/>
          </pc:sldLayoutMkLst>
        </pc:sldLayoutChg>
        <pc:sldLayoutChg chg="del">
          <pc:chgData name="vani" userId="8744df0250de84ef" providerId="LiveId" clId="{2A9C9917-49CF-4150-90F7-1BA51E8AA291}" dt="2022-04-08T06:40:40.945" v="1" actId="2696"/>
          <pc:sldLayoutMkLst>
            <pc:docMk/>
            <pc:sldMasterMk cId="3981450887" sldId="2147483672"/>
            <pc:sldLayoutMk cId="2406643406" sldId="2147483682"/>
          </pc:sldLayoutMkLst>
        </pc:sldLayoutChg>
        <pc:sldLayoutChg chg="del">
          <pc:chgData name="vani" userId="8744df0250de84ef" providerId="LiveId" clId="{2A9C9917-49CF-4150-90F7-1BA51E8AA291}" dt="2022-04-08T06:40:40.665" v="0" actId="2696"/>
          <pc:sldLayoutMkLst>
            <pc:docMk/>
            <pc:sldMasterMk cId="3981450887" sldId="2147483672"/>
            <pc:sldLayoutMk cId="2742470928" sldId="2147483683"/>
          </pc:sldLayoutMkLst>
        </pc:sldLayoutChg>
      </pc:sldMasterChg>
    </pc:docChg>
  </pc:docChgLst>
  <pc:docChgLst>
    <pc:chgData name="thanuja kunati" userId="d3e57c6f090bf7bd" providerId="LiveId" clId="{2285ED50-96BB-4CC0-9A3B-F1CCF8133E79}"/>
    <pc:docChg chg="undo custSel modSld sldOrd">
      <pc:chgData name="thanuja kunati" userId="d3e57c6f090bf7bd" providerId="LiveId" clId="{2285ED50-96BB-4CC0-9A3B-F1CCF8133E79}" dt="2022-05-05T14:07:00.214" v="4326" actId="12"/>
      <pc:docMkLst>
        <pc:docMk/>
      </pc:docMkLst>
      <pc:sldChg chg="modSp mod">
        <pc:chgData name="thanuja kunati" userId="d3e57c6f090bf7bd" providerId="LiveId" clId="{2285ED50-96BB-4CC0-9A3B-F1CCF8133E79}" dt="2022-04-23T03:55:52.969" v="2249" actId="20577"/>
        <pc:sldMkLst>
          <pc:docMk/>
          <pc:sldMk cId="2346585392" sldId="256"/>
        </pc:sldMkLst>
        <pc:spChg chg="mod">
          <ac:chgData name="thanuja kunati" userId="d3e57c6f090bf7bd" providerId="LiveId" clId="{2285ED50-96BB-4CC0-9A3B-F1CCF8133E79}" dt="2022-04-23T03:55:52.969" v="2249" actId="20577"/>
          <ac:spMkLst>
            <pc:docMk/>
            <pc:sldMk cId="2346585392" sldId="256"/>
            <ac:spMk id="14" creationId="{DE8ED28E-5E29-4E8C-9FF5-79949C04B84C}"/>
          </ac:spMkLst>
        </pc:spChg>
      </pc:sldChg>
      <pc:sldChg chg="modSp mod">
        <pc:chgData name="thanuja kunati" userId="d3e57c6f090bf7bd" providerId="LiveId" clId="{2285ED50-96BB-4CC0-9A3B-F1CCF8133E79}" dt="2022-04-25T13:16:31.731" v="2258" actId="20577"/>
        <pc:sldMkLst>
          <pc:docMk/>
          <pc:sldMk cId="1067449540" sldId="262"/>
        </pc:sldMkLst>
        <pc:spChg chg="mod">
          <ac:chgData name="thanuja kunati" userId="d3e57c6f090bf7bd" providerId="LiveId" clId="{2285ED50-96BB-4CC0-9A3B-F1CCF8133E79}" dt="2022-04-19T12:20:49.998" v="1273" actId="1076"/>
          <ac:spMkLst>
            <pc:docMk/>
            <pc:sldMk cId="1067449540" sldId="262"/>
            <ac:spMk id="6" creationId="{EEAD8EB7-C1BE-441E-BED4-FEADA03FDE2E}"/>
          </ac:spMkLst>
        </pc:spChg>
        <pc:spChg chg="mod">
          <ac:chgData name="thanuja kunati" userId="d3e57c6f090bf7bd" providerId="LiveId" clId="{2285ED50-96BB-4CC0-9A3B-F1CCF8133E79}" dt="2022-04-25T13:16:31.731" v="2258" actId="20577"/>
          <ac:spMkLst>
            <pc:docMk/>
            <pc:sldMk cId="1067449540" sldId="262"/>
            <ac:spMk id="7" creationId="{6CD55B15-1FF7-42EF-B0A7-674AA76C51F2}"/>
          </ac:spMkLst>
        </pc:spChg>
      </pc:sldChg>
      <pc:sldChg chg="modSp mod">
        <pc:chgData name="thanuja kunati" userId="d3e57c6f090bf7bd" providerId="LiveId" clId="{2285ED50-96BB-4CC0-9A3B-F1CCF8133E79}" dt="2022-05-05T14:07:00.214" v="4326" actId="12"/>
        <pc:sldMkLst>
          <pc:docMk/>
          <pc:sldMk cId="3985204135" sldId="263"/>
        </pc:sldMkLst>
        <pc:spChg chg="mod">
          <ac:chgData name="thanuja kunati" userId="d3e57c6f090bf7bd" providerId="LiveId" clId="{2285ED50-96BB-4CC0-9A3B-F1CCF8133E79}" dt="2022-05-05T14:07:00.214" v="4326" actId="12"/>
          <ac:spMkLst>
            <pc:docMk/>
            <pc:sldMk cId="3985204135" sldId="263"/>
            <ac:spMk id="5" creationId="{72941355-87C6-4B35-AEB0-6DB828992297}"/>
          </ac:spMkLst>
        </pc:spChg>
        <pc:spChg chg="mod">
          <ac:chgData name="thanuja kunati" userId="d3e57c6f090bf7bd" providerId="LiveId" clId="{2285ED50-96BB-4CC0-9A3B-F1CCF8133E79}" dt="2022-05-05T14:06:35.171" v="4322" actId="1076"/>
          <ac:spMkLst>
            <pc:docMk/>
            <pc:sldMk cId="3985204135" sldId="263"/>
            <ac:spMk id="6" creationId="{2D3D96CD-9427-4822-B9B7-35E706B0331C}"/>
          </ac:spMkLst>
        </pc:spChg>
      </pc:sldChg>
      <pc:sldChg chg="addSp modSp mod">
        <pc:chgData name="thanuja kunati" userId="d3e57c6f090bf7bd" providerId="LiveId" clId="{2285ED50-96BB-4CC0-9A3B-F1CCF8133E79}" dt="2022-04-19T12:20:12.976" v="1270" actId="255"/>
        <pc:sldMkLst>
          <pc:docMk/>
          <pc:sldMk cId="477704101" sldId="279"/>
        </pc:sldMkLst>
        <pc:spChg chg="mod">
          <ac:chgData name="thanuja kunati" userId="d3e57c6f090bf7bd" providerId="LiveId" clId="{2285ED50-96BB-4CC0-9A3B-F1CCF8133E79}" dt="2022-04-19T12:20:12.976" v="1270" actId="255"/>
          <ac:spMkLst>
            <pc:docMk/>
            <pc:sldMk cId="477704101" sldId="279"/>
            <ac:spMk id="5" creationId="{72941355-87C6-4B35-AEB0-6DB828992297}"/>
          </ac:spMkLst>
        </pc:spChg>
        <pc:picChg chg="add mod">
          <ac:chgData name="thanuja kunati" userId="d3e57c6f090bf7bd" providerId="LiveId" clId="{2285ED50-96BB-4CC0-9A3B-F1CCF8133E79}" dt="2022-04-19T12:17:50.190" v="1242" actId="1076"/>
          <ac:picMkLst>
            <pc:docMk/>
            <pc:sldMk cId="477704101" sldId="279"/>
            <ac:picMk id="8" creationId="{FB4382E5-1717-4BAA-AA45-73CCD92D8305}"/>
          </ac:picMkLst>
        </pc:picChg>
      </pc:sldChg>
      <pc:sldChg chg="addSp modSp mod">
        <pc:chgData name="thanuja kunati" userId="d3e57c6f090bf7bd" providerId="LiveId" clId="{2285ED50-96BB-4CC0-9A3B-F1CCF8133E79}" dt="2022-04-19T15:08:09.305" v="1998" actId="2710"/>
        <pc:sldMkLst>
          <pc:docMk/>
          <pc:sldMk cId="810201842" sldId="280"/>
        </pc:sldMkLst>
        <pc:spChg chg="mod">
          <ac:chgData name="thanuja kunati" userId="d3e57c6f090bf7bd" providerId="LiveId" clId="{2285ED50-96BB-4CC0-9A3B-F1CCF8133E79}" dt="2022-04-19T15:08:09.305" v="1998" actId="2710"/>
          <ac:spMkLst>
            <pc:docMk/>
            <pc:sldMk cId="810201842" sldId="280"/>
            <ac:spMk id="5" creationId="{72941355-87C6-4B35-AEB0-6DB828992297}"/>
          </ac:spMkLst>
        </pc:spChg>
        <pc:picChg chg="add mod">
          <ac:chgData name="thanuja kunati" userId="d3e57c6f090bf7bd" providerId="LiveId" clId="{2285ED50-96BB-4CC0-9A3B-F1CCF8133E79}" dt="2022-04-16T15:08:52.933" v="1151" actId="1076"/>
          <ac:picMkLst>
            <pc:docMk/>
            <pc:sldMk cId="810201842" sldId="280"/>
            <ac:picMk id="8" creationId="{8C030780-165E-4337-9E99-42A746056A3B}"/>
          </ac:picMkLst>
        </pc:picChg>
        <pc:picChg chg="add mod">
          <ac:chgData name="thanuja kunati" userId="d3e57c6f090bf7bd" providerId="LiveId" clId="{2285ED50-96BB-4CC0-9A3B-F1CCF8133E79}" dt="2022-04-16T15:09:18.691" v="1156" actId="1076"/>
          <ac:picMkLst>
            <pc:docMk/>
            <pc:sldMk cId="810201842" sldId="280"/>
            <ac:picMk id="10" creationId="{9522D2D4-B169-412A-BA45-957E2213E5BA}"/>
          </ac:picMkLst>
        </pc:picChg>
      </pc:sldChg>
      <pc:sldChg chg="addSp delSp modSp mod">
        <pc:chgData name="thanuja kunati" userId="d3e57c6f090bf7bd" providerId="LiveId" clId="{2285ED50-96BB-4CC0-9A3B-F1CCF8133E79}" dt="2022-04-25T13:21:19.271" v="2402" actId="20577"/>
        <pc:sldMkLst>
          <pc:docMk/>
          <pc:sldMk cId="1366024231" sldId="281"/>
        </pc:sldMkLst>
        <pc:spChg chg="add del mod">
          <ac:chgData name="thanuja kunati" userId="d3e57c6f090bf7bd" providerId="LiveId" clId="{2285ED50-96BB-4CC0-9A3B-F1CCF8133E79}" dt="2022-04-19T12:19:45.898" v="1267"/>
          <ac:spMkLst>
            <pc:docMk/>
            <pc:sldMk cId="1366024231" sldId="281"/>
            <ac:spMk id="7" creationId="{E47630F0-6891-459D-B195-949A808E801F}"/>
          </ac:spMkLst>
        </pc:spChg>
        <pc:spChg chg="add mod">
          <ac:chgData name="thanuja kunati" userId="d3e57c6f090bf7bd" providerId="LiveId" clId="{2285ED50-96BB-4CC0-9A3B-F1CCF8133E79}" dt="2022-04-25T13:21:19.271" v="2402" actId="20577"/>
          <ac:spMkLst>
            <pc:docMk/>
            <pc:sldMk cId="1366024231" sldId="281"/>
            <ac:spMk id="9" creationId="{87D6F6DF-CD52-40A1-BD42-63E106039827}"/>
          </ac:spMkLst>
        </pc:spChg>
      </pc:sldChg>
      <pc:sldChg chg="modSp mod">
        <pc:chgData name="thanuja kunati" userId="d3e57c6f090bf7bd" providerId="LiveId" clId="{2285ED50-96BB-4CC0-9A3B-F1CCF8133E79}" dt="2022-04-25T13:48:15.861" v="2768" actId="20577"/>
        <pc:sldMkLst>
          <pc:docMk/>
          <pc:sldMk cId="2788870949" sldId="282"/>
        </pc:sldMkLst>
        <pc:spChg chg="mod">
          <ac:chgData name="thanuja kunati" userId="d3e57c6f090bf7bd" providerId="LiveId" clId="{2285ED50-96BB-4CC0-9A3B-F1CCF8133E79}" dt="2022-04-25T13:48:15.861" v="2768" actId="20577"/>
          <ac:spMkLst>
            <pc:docMk/>
            <pc:sldMk cId="2788870949" sldId="282"/>
            <ac:spMk id="7" creationId="{C8A977BE-6CFA-4A3E-8510-F6F9D9F2DE62}"/>
          </ac:spMkLst>
        </pc:spChg>
      </pc:sldChg>
      <pc:sldChg chg="addSp modSp mod">
        <pc:chgData name="thanuja kunati" userId="d3e57c6f090bf7bd" providerId="LiveId" clId="{2285ED50-96BB-4CC0-9A3B-F1CCF8133E79}" dt="2022-04-25T14:27:07.493" v="3282" actId="123"/>
        <pc:sldMkLst>
          <pc:docMk/>
          <pc:sldMk cId="2814941109" sldId="283"/>
        </pc:sldMkLst>
        <pc:spChg chg="add mod">
          <ac:chgData name="thanuja kunati" userId="d3e57c6f090bf7bd" providerId="LiveId" clId="{2285ED50-96BB-4CC0-9A3B-F1CCF8133E79}" dt="2022-04-25T14:27:07.493" v="3282" actId="123"/>
          <ac:spMkLst>
            <pc:docMk/>
            <pc:sldMk cId="2814941109" sldId="283"/>
            <ac:spMk id="7" creationId="{F5EBC8AB-57BF-421B-966B-2C5A840851C5}"/>
          </ac:spMkLst>
        </pc:spChg>
      </pc:sldChg>
      <pc:sldChg chg="modSp mod">
        <pc:chgData name="thanuja kunati" userId="d3e57c6f090bf7bd" providerId="LiveId" clId="{2285ED50-96BB-4CC0-9A3B-F1CCF8133E79}" dt="2022-04-19T15:09:07.785" v="2002" actId="2710"/>
        <pc:sldMkLst>
          <pc:docMk/>
          <pc:sldMk cId="771702481" sldId="284"/>
        </pc:sldMkLst>
        <pc:spChg chg="mod">
          <ac:chgData name="thanuja kunati" userId="d3e57c6f090bf7bd" providerId="LiveId" clId="{2285ED50-96BB-4CC0-9A3B-F1CCF8133E79}" dt="2022-04-19T15:09:07.785" v="2002" actId="2710"/>
          <ac:spMkLst>
            <pc:docMk/>
            <pc:sldMk cId="771702481" sldId="284"/>
            <ac:spMk id="7" creationId="{BD8B8C42-89A5-4824-A0FD-D48A6E4CA06E}"/>
          </ac:spMkLst>
        </pc:spChg>
      </pc:sldChg>
      <pc:sldChg chg="modSp mod">
        <pc:chgData name="thanuja kunati" userId="d3e57c6f090bf7bd" providerId="LiveId" clId="{2285ED50-96BB-4CC0-9A3B-F1CCF8133E79}" dt="2022-04-25T14:11:24.614" v="2926" actId="20577"/>
        <pc:sldMkLst>
          <pc:docMk/>
          <pc:sldMk cId="617338157" sldId="285"/>
        </pc:sldMkLst>
        <pc:spChg chg="mod">
          <ac:chgData name="thanuja kunati" userId="d3e57c6f090bf7bd" providerId="LiveId" clId="{2285ED50-96BB-4CC0-9A3B-F1CCF8133E79}" dt="2022-04-25T14:11:24.614" v="2926" actId="20577"/>
          <ac:spMkLst>
            <pc:docMk/>
            <pc:sldMk cId="617338157" sldId="285"/>
            <ac:spMk id="8" creationId="{DE6ABDE5-B2AB-4BC6-9A5E-FA55C1DBB068}"/>
          </ac:spMkLst>
        </pc:spChg>
      </pc:sldChg>
      <pc:sldChg chg="modSp mod">
        <pc:chgData name="thanuja kunati" userId="d3e57c6f090bf7bd" providerId="LiveId" clId="{2285ED50-96BB-4CC0-9A3B-F1CCF8133E79}" dt="2022-04-19T15:19:37.057" v="2138" actId="20577"/>
        <pc:sldMkLst>
          <pc:docMk/>
          <pc:sldMk cId="1691040800" sldId="286"/>
        </pc:sldMkLst>
        <pc:spChg chg="mod">
          <ac:chgData name="thanuja kunati" userId="d3e57c6f090bf7bd" providerId="LiveId" clId="{2285ED50-96BB-4CC0-9A3B-F1CCF8133E79}" dt="2022-04-19T15:19:37.057" v="2138" actId="20577"/>
          <ac:spMkLst>
            <pc:docMk/>
            <pc:sldMk cId="1691040800" sldId="286"/>
            <ac:spMk id="7" creationId="{B64079ED-7CC4-4661-88FF-0C9001F53273}"/>
          </ac:spMkLst>
        </pc:spChg>
      </pc:sldChg>
      <pc:sldChg chg="addSp delSp modSp mod">
        <pc:chgData name="thanuja kunati" userId="d3e57c6f090bf7bd" providerId="LiveId" clId="{2285ED50-96BB-4CC0-9A3B-F1CCF8133E79}" dt="2022-04-25T14:28:48.295" v="3287" actId="2710"/>
        <pc:sldMkLst>
          <pc:docMk/>
          <pc:sldMk cId="571157862" sldId="287"/>
        </pc:sldMkLst>
        <pc:spChg chg="add del mod">
          <ac:chgData name="thanuja kunati" userId="d3e57c6f090bf7bd" providerId="LiveId" clId="{2285ED50-96BB-4CC0-9A3B-F1CCF8133E79}" dt="2022-04-25T14:12:33.841" v="2947"/>
          <ac:spMkLst>
            <pc:docMk/>
            <pc:sldMk cId="571157862" sldId="287"/>
            <ac:spMk id="7" creationId="{ADBBE777-DAB5-44D1-9BDB-BDB23332D71A}"/>
          </ac:spMkLst>
        </pc:spChg>
        <pc:spChg chg="add del mod">
          <ac:chgData name="thanuja kunati" userId="d3e57c6f090bf7bd" providerId="LiveId" clId="{2285ED50-96BB-4CC0-9A3B-F1CCF8133E79}" dt="2022-04-25T14:28:48.295" v="3287" actId="2710"/>
          <ac:spMkLst>
            <pc:docMk/>
            <pc:sldMk cId="571157862" sldId="287"/>
            <ac:spMk id="8" creationId="{765DB5A7-3617-40CB-B47B-450C75F5B6C6}"/>
          </ac:spMkLst>
        </pc:spChg>
      </pc:sldChg>
      <pc:sldChg chg="addSp delSp modSp mod ord">
        <pc:chgData name="thanuja kunati" userId="d3e57c6f090bf7bd" providerId="LiveId" clId="{2285ED50-96BB-4CC0-9A3B-F1CCF8133E79}" dt="2022-04-25T14:41:16.647" v="3930" actId="14100"/>
        <pc:sldMkLst>
          <pc:docMk/>
          <pc:sldMk cId="889378141" sldId="288"/>
        </pc:sldMkLst>
        <pc:spChg chg="mod">
          <ac:chgData name="thanuja kunati" userId="d3e57c6f090bf7bd" providerId="LiveId" clId="{2285ED50-96BB-4CC0-9A3B-F1CCF8133E79}" dt="2022-04-19T15:20:25.609" v="2185" actId="5793"/>
          <ac:spMkLst>
            <pc:docMk/>
            <pc:sldMk cId="889378141" sldId="288"/>
            <ac:spMk id="7" creationId="{429EB363-F7CD-4028-99B9-C71D18946EF4}"/>
          </ac:spMkLst>
        </pc:spChg>
        <pc:spChg chg="add mod">
          <ac:chgData name="thanuja kunati" userId="d3e57c6f090bf7bd" providerId="LiveId" clId="{2285ED50-96BB-4CC0-9A3B-F1CCF8133E79}" dt="2022-04-25T14:35:16.229" v="3601" actId="113"/>
          <ac:spMkLst>
            <pc:docMk/>
            <pc:sldMk cId="889378141" sldId="288"/>
            <ac:spMk id="11" creationId="{F751C847-CA91-4493-A608-6E3473AF8AB0}"/>
          </ac:spMkLst>
        </pc:spChg>
        <pc:spChg chg="add mod">
          <ac:chgData name="thanuja kunati" userId="d3e57c6f090bf7bd" providerId="LiveId" clId="{2285ED50-96BB-4CC0-9A3B-F1CCF8133E79}" dt="2022-04-25T14:39:43.513" v="3894" actId="21"/>
          <ac:spMkLst>
            <pc:docMk/>
            <pc:sldMk cId="889378141" sldId="288"/>
            <ac:spMk id="13" creationId="{0974B4C1-E0B3-421A-BE8C-A250981A1E69}"/>
          </ac:spMkLst>
        </pc:spChg>
        <pc:spChg chg="add mod">
          <ac:chgData name="thanuja kunati" userId="d3e57c6f090bf7bd" providerId="LiveId" clId="{2285ED50-96BB-4CC0-9A3B-F1CCF8133E79}" dt="2022-04-25T14:40:27.512" v="3923" actId="1076"/>
          <ac:spMkLst>
            <pc:docMk/>
            <pc:sldMk cId="889378141" sldId="288"/>
            <ac:spMk id="15" creationId="{C9308CD1-57CF-49C9-B8B8-5032ABDAC27E}"/>
          </ac:spMkLst>
        </pc:spChg>
        <pc:spChg chg="add mod">
          <ac:chgData name="thanuja kunati" userId="d3e57c6f090bf7bd" providerId="LiveId" clId="{2285ED50-96BB-4CC0-9A3B-F1CCF8133E79}" dt="2022-04-25T14:40:43.318" v="3926" actId="14100"/>
          <ac:spMkLst>
            <pc:docMk/>
            <pc:sldMk cId="889378141" sldId="288"/>
            <ac:spMk id="16" creationId="{6571A25B-7142-4468-A4DD-19D33E5417C3}"/>
          </ac:spMkLst>
        </pc:spChg>
        <pc:spChg chg="add mod">
          <ac:chgData name="thanuja kunati" userId="d3e57c6f090bf7bd" providerId="LiveId" clId="{2285ED50-96BB-4CC0-9A3B-F1CCF8133E79}" dt="2022-04-25T14:41:16.647" v="3930" actId="14100"/>
          <ac:spMkLst>
            <pc:docMk/>
            <pc:sldMk cId="889378141" sldId="288"/>
            <ac:spMk id="17" creationId="{9EECD329-D47F-4AD5-9CD6-AD90243D0FEF}"/>
          </ac:spMkLst>
        </pc:spChg>
        <pc:picChg chg="add del mod">
          <ac:chgData name="thanuja kunati" userId="d3e57c6f090bf7bd" providerId="LiveId" clId="{2285ED50-96BB-4CC0-9A3B-F1CCF8133E79}" dt="2022-04-19T15:23:58.346" v="2200" actId="478"/>
          <ac:picMkLst>
            <pc:docMk/>
            <pc:sldMk cId="889378141" sldId="288"/>
            <ac:picMk id="8" creationId="{8587D18D-8AAF-49D0-A2AD-82CB1AD9F05A}"/>
          </ac:picMkLst>
        </pc:picChg>
        <pc:picChg chg="add mod">
          <ac:chgData name="thanuja kunati" userId="d3e57c6f090bf7bd" providerId="LiveId" clId="{2285ED50-96BB-4CC0-9A3B-F1CCF8133E79}" dt="2022-04-25T14:34:42.211" v="3596" actId="1076"/>
          <ac:picMkLst>
            <pc:docMk/>
            <pc:sldMk cId="889378141" sldId="288"/>
            <ac:picMk id="10" creationId="{67C7CF18-27A5-4532-A504-6D1EBA32AEA1}"/>
          </ac:picMkLst>
        </pc:picChg>
        <pc:picChg chg="add mod">
          <ac:chgData name="thanuja kunati" userId="d3e57c6f090bf7bd" providerId="LiveId" clId="{2285ED50-96BB-4CC0-9A3B-F1CCF8133E79}" dt="2022-04-25T14:40:05.606" v="3920" actId="1076"/>
          <ac:picMkLst>
            <pc:docMk/>
            <pc:sldMk cId="889378141" sldId="288"/>
            <ac:picMk id="12" creationId="{F00E4E90-3B64-4F2E-AE3A-327F0F802FBC}"/>
          </ac:picMkLst>
        </pc:picChg>
        <pc:picChg chg="add del mod">
          <ac:chgData name="thanuja kunati" userId="d3e57c6f090bf7bd" providerId="LiveId" clId="{2285ED50-96BB-4CC0-9A3B-F1CCF8133E79}" dt="2022-04-25T14:29:20.990" v="3288" actId="478"/>
          <ac:picMkLst>
            <pc:docMk/>
            <pc:sldMk cId="889378141" sldId="288"/>
            <ac:picMk id="14" creationId="{3D2C839B-1EDE-4FFD-9B65-272C6285D341}"/>
          </ac:picMkLst>
        </pc:picChg>
      </pc:sldChg>
      <pc:sldChg chg="modSp mod">
        <pc:chgData name="thanuja kunati" userId="d3e57c6f090bf7bd" providerId="LiveId" clId="{2285ED50-96BB-4CC0-9A3B-F1CCF8133E79}" dt="2022-04-26T08:58:05.565" v="4317" actId="5793"/>
        <pc:sldMkLst>
          <pc:docMk/>
          <pc:sldMk cId="533619613" sldId="289"/>
        </pc:sldMkLst>
        <pc:spChg chg="mod">
          <ac:chgData name="thanuja kunati" userId="d3e57c6f090bf7bd" providerId="LiveId" clId="{2285ED50-96BB-4CC0-9A3B-F1CCF8133E79}" dt="2022-04-26T08:58:05.565" v="4317" actId="5793"/>
          <ac:spMkLst>
            <pc:docMk/>
            <pc:sldMk cId="533619613" sldId="289"/>
            <ac:spMk id="8" creationId="{DE85258D-1F1B-4602-8CAA-6F2D53F16C99}"/>
          </ac:spMkLst>
        </pc:spChg>
      </pc:sldChg>
      <pc:sldChg chg="modSp mod">
        <pc:chgData name="thanuja kunati" userId="d3e57c6f090bf7bd" providerId="LiveId" clId="{2285ED50-96BB-4CC0-9A3B-F1CCF8133E79}" dt="2022-04-25T16:15:14.065" v="4173" actId="14100"/>
        <pc:sldMkLst>
          <pc:docMk/>
          <pc:sldMk cId="4287170945" sldId="290"/>
        </pc:sldMkLst>
        <pc:spChg chg="mod">
          <ac:chgData name="thanuja kunati" userId="d3e57c6f090bf7bd" providerId="LiveId" clId="{2285ED50-96BB-4CC0-9A3B-F1CCF8133E79}" dt="2022-04-25T16:15:14.065" v="4173" actId="14100"/>
          <ac:spMkLst>
            <pc:docMk/>
            <pc:sldMk cId="4287170945" sldId="290"/>
            <ac:spMk id="6" creationId="{2D3D96CD-9427-4822-B9B7-35E706B0331C}"/>
          </ac:spMkLst>
        </pc:spChg>
        <pc:spChg chg="mod">
          <ac:chgData name="thanuja kunati" userId="d3e57c6f090bf7bd" providerId="LiveId" clId="{2285ED50-96BB-4CC0-9A3B-F1CCF8133E79}" dt="2022-04-25T16:14:57.777" v="4171" actId="20577"/>
          <ac:spMkLst>
            <pc:docMk/>
            <pc:sldMk cId="4287170945" sldId="290"/>
            <ac:spMk id="8" creationId="{DE85258D-1F1B-4602-8CAA-6F2D53F16C99}"/>
          </ac:spMkLst>
        </pc:spChg>
      </pc:sldChg>
      <pc:sldChg chg="addSp delSp modSp mod">
        <pc:chgData name="thanuja kunati" userId="d3e57c6f090bf7bd" providerId="LiveId" clId="{2285ED50-96BB-4CC0-9A3B-F1CCF8133E79}" dt="2022-04-26T08:56:57.835" v="4302" actId="255"/>
        <pc:sldMkLst>
          <pc:docMk/>
          <pc:sldMk cId="1142112134" sldId="291"/>
        </pc:sldMkLst>
        <pc:spChg chg="mod">
          <ac:chgData name="thanuja kunati" userId="d3e57c6f090bf7bd" providerId="LiveId" clId="{2285ED50-96BB-4CC0-9A3B-F1CCF8133E79}" dt="2022-04-26T08:56:57.835" v="4302" actId="255"/>
          <ac:spMkLst>
            <pc:docMk/>
            <pc:sldMk cId="1142112134" sldId="291"/>
            <ac:spMk id="5" creationId="{DD4F0859-BD3F-40E2-AA3A-4D83A75EA1A9}"/>
          </ac:spMkLst>
        </pc:spChg>
        <pc:spChg chg="add del">
          <ac:chgData name="thanuja kunati" userId="d3e57c6f090bf7bd" providerId="LiveId" clId="{2285ED50-96BB-4CC0-9A3B-F1CCF8133E79}" dt="2022-04-25T14:44:03.846" v="3939"/>
          <ac:spMkLst>
            <pc:docMk/>
            <pc:sldMk cId="1142112134" sldId="291"/>
            <ac:spMk id="7" creationId="{F1F98932-CADE-4896-B723-6A412D41ABAE}"/>
          </ac:spMkLst>
        </pc:spChg>
        <pc:spChg chg="add del mod">
          <ac:chgData name="thanuja kunati" userId="d3e57c6f090bf7bd" providerId="LiveId" clId="{2285ED50-96BB-4CC0-9A3B-F1CCF8133E79}" dt="2022-04-25T14:44:03.510" v="3938"/>
          <ac:spMkLst>
            <pc:docMk/>
            <pc:sldMk cId="1142112134" sldId="291"/>
            <ac:spMk id="8" creationId="{230FC218-CD2A-4906-867D-89621BFACE65}"/>
          </ac:spMkLst>
        </pc:spChg>
        <pc:spChg chg="add mod">
          <ac:chgData name="thanuja kunati" userId="d3e57c6f090bf7bd" providerId="LiveId" clId="{2285ED50-96BB-4CC0-9A3B-F1CCF8133E79}" dt="2022-04-25T14:45:22.163" v="3960" actId="1076"/>
          <ac:spMkLst>
            <pc:docMk/>
            <pc:sldMk cId="1142112134" sldId="291"/>
            <ac:spMk id="9" creationId="{28584319-7A76-4376-9436-F6092A8DCBBD}"/>
          </ac:spMkLst>
        </pc:spChg>
        <pc:spChg chg="add del">
          <ac:chgData name="thanuja kunati" userId="d3e57c6f090bf7bd" providerId="LiveId" clId="{2285ED50-96BB-4CC0-9A3B-F1CCF8133E79}" dt="2022-04-25T14:44:57.411" v="3950"/>
          <ac:spMkLst>
            <pc:docMk/>
            <pc:sldMk cId="1142112134" sldId="291"/>
            <ac:spMk id="10" creationId="{4481C619-3419-45DE-9F75-4EC09B83B076}"/>
          </ac:spMkLst>
        </pc:spChg>
        <pc:spChg chg="add del mod">
          <ac:chgData name="thanuja kunati" userId="d3e57c6f090bf7bd" providerId="LiveId" clId="{2285ED50-96BB-4CC0-9A3B-F1CCF8133E79}" dt="2022-04-25T14:44:57.149" v="3949"/>
          <ac:spMkLst>
            <pc:docMk/>
            <pc:sldMk cId="1142112134" sldId="291"/>
            <ac:spMk id="11" creationId="{C806BB99-111B-4213-94B8-D55699DFE907}"/>
          </ac:spMkLst>
        </pc:spChg>
        <pc:spChg chg="add del">
          <ac:chgData name="thanuja kunati" userId="d3e57c6f090bf7bd" providerId="LiveId" clId="{2285ED50-96BB-4CC0-9A3B-F1CCF8133E79}" dt="2022-04-25T14:45:02.230" v="3952"/>
          <ac:spMkLst>
            <pc:docMk/>
            <pc:sldMk cId="1142112134" sldId="291"/>
            <ac:spMk id="12" creationId="{624EDD85-428A-42E8-8C4E-26D7829F1CCE}"/>
          </ac:spMkLst>
        </pc:spChg>
        <pc:spChg chg="add del">
          <ac:chgData name="thanuja kunati" userId="d3e57c6f090bf7bd" providerId="LiveId" clId="{2285ED50-96BB-4CC0-9A3B-F1CCF8133E79}" dt="2022-04-25T14:45:05.404" v="3955"/>
          <ac:spMkLst>
            <pc:docMk/>
            <pc:sldMk cId="1142112134" sldId="291"/>
            <ac:spMk id="13" creationId="{0CA808D0-C254-470C-96B3-ECA20C79D2F2}"/>
          </ac:spMkLst>
        </pc:spChg>
        <pc:spChg chg="add del">
          <ac:chgData name="thanuja kunati" userId="d3e57c6f090bf7bd" providerId="LiveId" clId="{2285ED50-96BB-4CC0-9A3B-F1CCF8133E79}" dt="2022-04-25T14:45:23.111" v="3961"/>
          <ac:spMkLst>
            <pc:docMk/>
            <pc:sldMk cId="1142112134" sldId="291"/>
            <ac:spMk id="14" creationId="{4CE109DA-6120-443E-BBC2-3B5346839D0E}"/>
          </ac:spMkLst>
        </pc:spChg>
        <pc:spChg chg="add del mod">
          <ac:chgData name="thanuja kunati" userId="d3e57c6f090bf7bd" providerId="LiveId" clId="{2285ED50-96BB-4CC0-9A3B-F1CCF8133E79}" dt="2022-04-25T14:45:21.873" v="3959"/>
          <ac:spMkLst>
            <pc:docMk/>
            <pc:sldMk cId="1142112134" sldId="291"/>
            <ac:spMk id="15" creationId="{67B87262-98F6-46DA-96EC-6A312A76F0A6}"/>
          </ac:spMkLst>
        </pc:spChg>
        <pc:spChg chg="add del">
          <ac:chgData name="thanuja kunati" userId="d3e57c6f090bf7bd" providerId="LiveId" clId="{2285ED50-96BB-4CC0-9A3B-F1CCF8133E79}" dt="2022-04-25T14:45:30.591" v="3965"/>
          <ac:spMkLst>
            <pc:docMk/>
            <pc:sldMk cId="1142112134" sldId="291"/>
            <ac:spMk id="16" creationId="{F4400E7E-E48E-4B3F-8E59-6AE1D270DB96}"/>
          </ac:spMkLst>
        </pc:spChg>
        <pc:spChg chg="add del mod">
          <ac:chgData name="thanuja kunati" userId="d3e57c6f090bf7bd" providerId="LiveId" clId="{2285ED50-96BB-4CC0-9A3B-F1CCF8133E79}" dt="2022-04-25T14:45:30.329" v="3964"/>
          <ac:spMkLst>
            <pc:docMk/>
            <pc:sldMk cId="1142112134" sldId="291"/>
            <ac:spMk id="17" creationId="{305AD1A9-3F21-4649-949D-6E195D893F35}"/>
          </ac:spMkLst>
        </pc:spChg>
        <pc:spChg chg="add del">
          <ac:chgData name="thanuja kunati" userId="d3e57c6f090bf7bd" providerId="LiveId" clId="{2285ED50-96BB-4CC0-9A3B-F1CCF8133E79}" dt="2022-04-25T14:45:45.718" v="3972"/>
          <ac:spMkLst>
            <pc:docMk/>
            <pc:sldMk cId="1142112134" sldId="291"/>
            <ac:spMk id="18" creationId="{1F81FE6E-7449-424D-B615-E99FFD23E902}"/>
          </ac:spMkLst>
        </pc:spChg>
        <pc:spChg chg="add mod">
          <ac:chgData name="thanuja kunati" userId="d3e57c6f090bf7bd" providerId="LiveId" clId="{2285ED50-96BB-4CC0-9A3B-F1CCF8133E79}" dt="2022-04-25T14:48:18.258" v="3985" actId="1076"/>
          <ac:spMkLst>
            <pc:docMk/>
            <pc:sldMk cId="1142112134" sldId="291"/>
            <ac:spMk id="19" creationId="{94A49804-910B-4C03-966D-6F7FB0B553D4}"/>
          </ac:spMkLst>
        </pc:spChg>
        <pc:spChg chg="add mod">
          <ac:chgData name="thanuja kunati" userId="d3e57c6f090bf7bd" providerId="LiveId" clId="{2285ED50-96BB-4CC0-9A3B-F1CCF8133E79}" dt="2022-04-25T14:48:37.638" v="3986" actId="21"/>
          <ac:spMkLst>
            <pc:docMk/>
            <pc:sldMk cId="1142112134" sldId="291"/>
            <ac:spMk id="20" creationId="{28D01BC9-517F-4684-A814-2426F427C9CF}"/>
          </ac:spMkLst>
        </pc:spChg>
      </pc:sldChg>
      <pc:sldChg chg="addSp delSp modSp mod">
        <pc:chgData name="thanuja kunati" userId="d3e57c6f090bf7bd" providerId="LiveId" clId="{2285ED50-96BB-4CC0-9A3B-F1CCF8133E79}" dt="2022-04-16T13:53:33.397" v="121"/>
        <pc:sldMkLst>
          <pc:docMk/>
          <pc:sldMk cId="2922894852" sldId="292"/>
        </pc:sldMkLst>
        <pc:spChg chg="del mod">
          <ac:chgData name="thanuja kunati" userId="d3e57c6f090bf7bd" providerId="LiveId" clId="{2285ED50-96BB-4CC0-9A3B-F1CCF8133E79}" dt="2022-04-16T13:53:33.397" v="121"/>
          <ac:spMkLst>
            <pc:docMk/>
            <pc:sldMk cId="2922894852" sldId="292"/>
            <ac:spMk id="6" creationId="{81CBB503-D69F-448D-B3BB-F11F9111D6BC}"/>
          </ac:spMkLst>
        </pc:spChg>
        <pc:picChg chg="add mod">
          <ac:chgData name="thanuja kunati" userId="d3e57c6f090bf7bd" providerId="LiveId" clId="{2285ED50-96BB-4CC0-9A3B-F1CCF8133E79}" dt="2022-04-16T13:53:30.648" v="119" actId="14100"/>
          <ac:picMkLst>
            <pc:docMk/>
            <pc:sldMk cId="2922894852" sldId="292"/>
            <ac:picMk id="8" creationId="{BB1C2B0C-C04E-4EC2-9A82-8CD65C5588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3349EC-8550-440A-8E68-57F76A2FE673}" type="datetimeFigureOut">
              <a:rPr lang="en-US" smtClean="0"/>
              <a:t>5/5/2022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72280-5B32-4A0D-9E31-53D9B40E232A}" type="slidenum">
              <a:rPr lang="en-US" smtClean="0"/>
              <a:t>‹#›</a:t>
            </a:fld>
            <a:endParaRPr lang="en-US"/>
          </a:p>
        </p:txBody>
      </p:sp>
    </p:spTree>
    <p:extLst>
      <p:ext uri="{BB962C8B-B14F-4D97-AF65-F5344CB8AC3E}">
        <p14:creationId xmlns:p14="http://schemas.microsoft.com/office/powerpoint/2010/main" val="1523919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2" descr="Global Academy of Technology | Top Engineering College in Bangalore">
            <a:extLst>
              <a:ext uri="{FF2B5EF4-FFF2-40B4-BE49-F238E27FC236}">
                <a16:creationId xmlns:a16="http://schemas.microsoft.com/office/drawing/2014/main" id="{ABFE8271-BAE2-47F4-BB24-676BE43E80C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57168" y="216310"/>
            <a:ext cx="697151" cy="646817"/>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681808F4-BE04-4890-AA47-34840BF686D7}"/>
              </a:ext>
            </a:extLst>
          </p:cNvPr>
          <p:cNvSpPr/>
          <p:nvPr userDrawn="1"/>
        </p:nvSpPr>
        <p:spPr>
          <a:xfrm>
            <a:off x="-1" y="6372454"/>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8" name="Date Placeholder 6">
            <a:extLst>
              <a:ext uri="{FF2B5EF4-FFF2-40B4-BE49-F238E27FC236}">
                <a16:creationId xmlns:a16="http://schemas.microsoft.com/office/drawing/2014/main" id="{560A3D61-082D-4AFC-8C43-11920C9C3B78}"/>
              </a:ext>
            </a:extLst>
          </p:cNvPr>
          <p:cNvSpPr>
            <a:spLocks noGrp="1"/>
          </p:cNvSpPr>
          <p:nvPr>
            <p:ph type="dt" sz="half" idx="2"/>
          </p:nvPr>
        </p:nvSpPr>
        <p:spPr>
          <a:xfrm>
            <a:off x="822961" y="6400314"/>
            <a:ext cx="3806092" cy="424597"/>
          </a:xfrm>
          <a:prstGeom prst="rect">
            <a:avLst/>
          </a:prstGeom>
        </p:spPr>
        <p:txBody>
          <a:bodyPr/>
          <a:lstStyle>
            <a:lvl1pPr>
              <a:defRPr sz="1200">
                <a:solidFill>
                  <a:schemeClr val="tx1"/>
                </a:solidFill>
              </a:defRPr>
            </a:lvl1pPr>
          </a:lstStyle>
          <a:p>
            <a:r>
              <a:rPr lang="en-US" dirty="0"/>
              <a:t>GAT, Dept. of CSE, 2021-22</a:t>
            </a:r>
          </a:p>
        </p:txBody>
      </p:sp>
      <p:sp>
        <p:nvSpPr>
          <p:cNvPr id="19" name="Footer Placeholder 7">
            <a:extLst>
              <a:ext uri="{FF2B5EF4-FFF2-40B4-BE49-F238E27FC236}">
                <a16:creationId xmlns:a16="http://schemas.microsoft.com/office/drawing/2014/main" id="{A86F9500-5683-469A-B5A1-A134DC309902}"/>
              </a:ext>
            </a:extLst>
          </p:cNvPr>
          <p:cNvSpPr>
            <a:spLocks noGrp="1"/>
          </p:cNvSpPr>
          <p:nvPr>
            <p:ph type="ftr" sz="quarter" idx="3"/>
          </p:nvPr>
        </p:nvSpPr>
        <p:spPr>
          <a:xfrm>
            <a:off x="4216099" y="6431426"/>
            <a:ext cx="2833633" cy="365125"/>
          </a:xfrm>
          <a:prstGeom prst="rect">
            <a:avLst/>
          </a:prstGeom>
        </p:spPr>
        <p:txBody>
          <a:bodyPr/>
          <a:lstStyle>
            <a:lvl1pPr>
              <a:defRPr sz="1200" cap="none">
                <a:solidFill>
                  <a:schemeClr val="tx1"/>
                </a:solidFill>
              </a:defRPr>
            </a:lvl1pPr>
          </a:lstStyle>
          <a:p>
            <a:r>
              <a:rPr lang="en-US" dirty="0"/>
              <a:t>Internship (18CSI85)</a:t>
            </a:r>
          </a:p>
        </p:txBody>
      </p:sp>
      <p:sp>
        <p:nvSpPr>
          <p:cNvPr id="20" name="Slide Number Placeholder 8">
            <a:extLst>
              <a:ext uri="{FF2B5EF4-FFF2-40B4-BE49-F238E27FC236}">
                <a16:creationId xmlns:a16="http://schemas.microsoft.com/office/drawing/2014/main" id="{84E4F430-9159-4A3A-B3EE-3A2184944C26}"/>
              </a:ext>
            </a:extLst>
          </p:cNvPr>
          <p:cNvSpPr>
            <a:spLocks noGrp="1"/>
          </p:cNvSpPr>
          <p:nvPr>
            <p:ph type="sldNum" sz="quarter" idx="4"/>
          </p:nvPr>
        </p:nvSpPr>
        <p:spPr>
          <a:xfrm>
            <a:off x="7874750" y="6441251"/>
            <a:ext cx="984019" cy="365125"/>
          </a:xfrm>
          <a:prstGeom prst="rect">
            <a:avLst/>
          </a:prstGeom>
        </p:spPr>
        <p:txBody>
          <a:bodyPr/>
          <a:lstStyle>
            <a:lvl1pPr>
              <a:defRPr sz="1200">
                <a:solidFill>
                  <a:schemeClr val="tx1"/>
                </a:solidFill>
              </a:defRPr>
            </a:lvl1pPr>
          </a:lstStyle>
          <a:p>
            <a:fld id="{1A772BD4-ECE9-429A-A11F-463A700B2747}" type="slidenum">
              <a:rPr lang="en-US" smtClean="0"/>
              <a:pPr/>
              <a:t>‹#›</a:t>
            </a:fld>
            <a:endParaRPr lang="en-US" dirty="0"/>
          </a:p>
        </p:txBody>
      </p:sp>
    </p:spTree>
    <p:extLst>
      <p:ext uri="{BB962C8B-B14F-4D97-AF65-F5344CB8AC3E}">
        <p14:creationId xmlns:p14="http://schemas.microsoft.com/office/powerpoint/2010/main" val="216553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2" descr="Global Academy of Technology | Top Engineering College in Bangalore">
            <a:extLst>
              <a:ext uri="{FF2B5EF4-FFF2-40B4-BE49-F238E27FC236}">
                <a16:creationId xmlns:a16="http://schemas.microsoft.com/office/drawing/2014/main" id="{3136F926-ACE0-453D-95E8-B8EC3776EED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4385" y="224757"/>
            <a:ext cx="697151" cy="646817"/>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0CDE177D-5819-41EA-9A95-0D764734C936}"/>
              </a:ext>
            </a:extLst>
          </p:cNvPr>
          <p:cNvSpPr/>
          <p:nvPr userDrawn="1"/>
        </p:nvSpPr>
        <p:spPr>
          <a:xfrm>
            <a:off x="-1" y="6372454"/>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3" name="Date Placeholder 6">
            <a:extLst>
              <a:ext uri="{FF2B5EF4-FFF2-40B4-BE49-F238E27FC236}">
                <a16:creationId xmlns:a16="http://schemas.microsoft.com/office/drawing/2014/main" id="{2E70D8B4-8362-4455-8BDF-4B54FBE5F9DA}"/>
              </a:ext>
            </a:extLst>
          </p:cNvPr>
          <p:cNvSpPr>
            <a:spLocks noGrp="1"/>
          </p:cNvSpPr>
          <p:nvPr>
            <p:ph type="dt" sz="half" idx="2"/>
          </p:nvPr>
        </p:nvSpPr>
        <p:spPr>
          <a:xfrm>
            <a:off x="822961" y="6400314"/>
            <a:ext cx="3806092" cy="424597"/>
          </a:xfrm>
          <a:prstGeom prst="rect">
            <a:avLst/>
          </a:prstGeom>
        </p:spPr>
        <p:txBody>
          <a:bodyPr/>
          <a:lstStyle>
            <a:lvl1pPr>
              <a:defRPr sz="1200">
                <a:solidFill>
                  <a:schemeClr val="tx1"/>
                </a:solidFill>
              </a:defRPr>
            </a:lvl1pPr>
          </a:lstStyle>
          <a:p>
            <a:r>
              <a:rPr lang="en-US" dirty="0"/>
              <a:t>GAT, Dept. of CSE, 2021-22</a:t>
            </a:r>
          </a:p>
        </p:txBody>
      </p:sp>
      <p:sp>
        <p:nvSpPr>
          <p:cNvPr id="24" name="Footer Placeholder 7">
            <a:extLst>
              <a:ext uri="{FF2B5EF4-FFF2-40B4-BE49-F238E27FC236}">
                <a16:creationId xmlns:a16="http://schemas.microsoft.com/office/drawing/2014/main" id="{E792E63F-1562-4E97-9709-CBED849F519C}"/>
              </a:ext>
            </a:extLst>
          </p:cNvPr>
          <p:cNvSpPr>
            <a:spLocks noGrp="1"/>
          </p:cNvSpPr>
          <p:nvPr>
            <p:ph type="ftr" sz="quarter" idx="3"/>
          </p:nvPr>
        </p:nvSpPr>
        <p:spPr>
          <a:xfrm>
            <a:off x="4284925" y="6418491"/>
            <a:ext cx="2833633" cy="365125"/>
          </a:xfrm>
          <a:prstGeom prst="rect">
            <a:avLst/>
          </a:prstGeom>
        </p:spPr>
        <p:txBody>
          <a:bodyPr/>
          <a:lstStyle>
            <a:lvl1pPr>
              <a:defRPr sz="1200" cap="none">
                <a:solidFill>
                  <a:schemeClr val="tx1"/>
                </a:solidFill>
              </a:defRPr>
            </a:lvl1pPr>
          </a:lstStyle>
          <a:p>
            <a:r>
              <a:rPr lang="en-US" dirty="0"/>
              <a:t>Internship (18CSI85)</a:t>
            </a:r>
          </a:p>
        </p:txBody>
      </p:sp>
      <p:sp>
        <p:nvSpPr>
          <p:cNvPr id="25" name="Slide Number Placeholder 8">
            <a:extLst>
              <a:ext uri="{FF2B5EF4-FFF2-40B4-BE49-F238E27FC236}">
                <a16:creationId xmlns:a16="http://schemas.microsoft.com/office/drawing/2014/main" id="{42B00652-700A-4B97-81F2-A818576A74D5}"/>
              </a:ext>
            </a:extLst>
          </p:cNvPr>
          <p:cNvSpPr>
            <a:spLocks noGrp="1"/>
          </p:cNvSpPr>
          <p:nvPr>
            <p:ph type="sldNum" sz="quarter" idx="4"/>
          </p:nvPr>
        </p:nvSpPr>
        <p:spPr>
          <a:xfrm>
            <a:off x="7829029" y="6388484"/>
            <a:ext cx="984019" cy="365125"/>
          </a:xfrm>
          <a:prstGeom prst="rect">
            <a:avLst/>
          </a:prstGeom>
        </p:spPr>
        <p:txBody>
          <a:bodyPr/>
          <a:lstStyle>
            <a:lvl1pPr>
              <a:defRPr sz="1200">
                <a:solidFill>
                  <a:schemeClr val="tx1"/>
                </a:solidFill>
              </a:defRPr>
            </a:lvl1pPr>
          </a:lstStyle>
          <a:p>
            <a:fld id="{1A772BD4-ECE9-429A-A11F-463A700B2747}" type="slidenum">
              <a:rPr lang="en-US" smtClean="0"/>
              <a:pPr/>
              <a:t>‹#›</a:t>
            </a:fld>
            <a:endParaRPr lang="en-US" dirty="0"/>
          </a:p>
        </p:txBody>
      </p:sp>
    </p:spTree>
    <p:extLst>
      <p:ext uri="{BB962C8B-B14F-4D97-AF65-F5344CB8AC3E}">
        <p14:creationId xmlns:p14="http://schemas.microsoft.com/office/powerpoint/2010/main" val="39630908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6372454"/>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Date Placeholder 6">
            <a:extLst>
              <a:ext uri="{FF2B5EF4-FFF2-40B4-BE49-F238E27FC236}">
                <a16:creationId xmlns:a16="http://schemas.microsoft.com/office/drawing/2014/main" id="{586C2C0A-2E32-4021-A154-C788E338291F}"/>
              </a:ext>
            </a:extLst>
          </p:cNvPr>
          <p:cNvSpPr>
            <a:spLocks noGrp="1"/>
          </p:cNvSpPr>
          <p:nvPr>
            <p:ph type="dt" sz="half" idx="10"/>
          </p:nvPr>
        </p:nvSpPr>
        <p:spPr>
          <a:xfrm>
            <a:off x="822962" y="6423085"/>
            <a:ext cx="3806092" cy="424597"/>
          </a:xfrm>
          <a:prstGeom prst="rect">
            <a:avLst/>
          </a:prstGeom>
        </p:spPr>
        <p:txBody>
          <a:bodyPr/>
          <a:lstStyle>
            <a:lvl1pPr>
              <a:defRPr sz="1200">
                <a:solidFill>
                  <a:schemeClr val="tx1"/>
                </a:solidFill>
              </a:defRPr>
            </a:lvl1pPr>
          </a:lstStyle>
          <a:p>
            <a:r>
              <a:rPr lang="en-US"/>
              <a:t>GAT, Dept. of CSE, 2021-22</a:t>
            </a:r>
            <a:endParaRPr lang="en-US" dirty="0"/>
          </a:p>
        </p:txBody>
      </p:sp>
      <p:sp>
        <p:nvSpPr>
          <p:cNvPr id="12" name="Footer Placeholder 7">
            <a:extLst>
              <a:ext uri="{FF2B5EF4-FFF2-40B4-BE49-F238E27FC236}">
                <a16:creationId xmlns:a16="http://schemas.microsoft.com/office/drawing/2014/main" id="{CE652BD4-011D-4AC7-A62B-3707EE28976E}"/>
              </a:ext>
            </a:extLst>
          </p:cNvPr>
          <p:cNvSpPr>
            <a:spLocks noGrp="1"/>
          </p:cNvSpPr>
          <p:nvPr>
            <p:ph type="ftr" sz="quarter" idx="11"/>
          </p:nvPr>
        </p:nvSpPr>
        <p:spPr>
          <a:xfrm>
            <a:off x="4257234" y="6413245"/>
            <a:ext cx="2833633" cy="365125"/>
          </a:xfrm>
          <a:prstGeom prst="rect">
            <a:avLst/>
          </a:prstGeom>
        </p:spPr>
        <p:txBody>
          <a:bodyPr/>
          <a:lstStyle>
            <a:lvl1pPr>
              <a:defRPr sz="1200" cap="none">
                <a:solidFill>
                  <a:schemeClr val="tx1"/>
                </a:solidFill>
              </a:defRPr>
            </a:lvl1pPr>
          </a:lstStyle>
          <a:p>
            <a:r>
              <a:rPr lang="en-US" dirty="0"/>
              <a:t>Internship (18CSI85)</a:t>
            </a:r>
          </a:p>
        </p:txBody>
      </p:sp>
      <p:sp>
        <p:nvSpPr>
          <p:cNvPr id="13" name="Slide Number Placeholder 8">
            <a:extLst>
              <a:ext uri="{FF2B5EF4-FFF2-40B4-BE49-F238E27FC236}">
                <a16:creationId xmlns:a16="http://schemas.microsoft.com/office/drawing/2014/main" id="{89A7FDAB-3297-484D-BE24-C9FAB97B11BF}"/>
              </a:ext>
            </a:extLst>
          </p:cNvPr>
          <p:cNvSpPr>
            <a:spLocks noGrp="1"/>
          </p:cNvSpPr>
          <p:nvPr>
            <p:ph type="sldNum" sz="quarter" idx="12"/>
          </p:nvPr>
        </p:nvSpPr>
        <p:spPr>
          <a:xfrm>
            <a:off x="7874750" y="6413244"/>
            <a:ext cx="984019" cy="365125"/>
          </a:xfrm>
          <a:prstGeom prst="rect">
            <a:avLst/>
          </a:prstGeom>
        </p:spPr>
        <p:txBody>
          <a:bodyPr/>
          <a:lstStyle>
            <a:lvl1pPr>
              <a:defRPr sz="1200">
                <a:solidFill>
                  <a:schemeClr val="tx1"/>
                </a:solidFill>
              </a:defRPr>
            </a:lvl1pPr>
          </a:lstStyle>
          <a:p>
            <a:fld id="{1A772BD4-ECE9-429A-A11F-463A700B2747}" type="slidenum">
              <a:rPr lang="en-US" smtClean="0"/>
              <a:pPr/>
              <a:t>‹#›</a:t>
            </a:fld>
            <a:endParaRPr lang="en-US" dirty="0"/>
          </a:p>
        </p:txBody>
      </p:sp>
    </p:spTree>
    <p:extLst>
      <p:ext uri="{BB962C8B-B14F-4D97-AF65-F5344CB8AC3E}">
        <p14:creationId xmlns:p14="http://schemas.microsoft.com/office/powerpoint/2010/main" val="3981450887"/>
      </p:ext>
    </p:extLst>
  </p:cSld>
  <p:clrMap bg1="lt1" tx1="dk1" bg2="lt2" tx2="dk2" accent1="accent1" accent2="accent2" accent3="accent3" accent4="accent4" accent5="accent5" accent6="accent6" hlink="hlink" folHlink="folHlink"/>
  <p:sldLayoutIdLst>
    <p:sldLayoutId id="2147483673" r:id="rId1"/>
    <p:sldLayoutId id="2147483679" r:id="rId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lobal Academy of Technology - [GAT], Bangalore Courses &amp;amp; Fees 2021-2022">
            <a:extLst>
              <a:ext uri="{FF2B5EF4-FFF2-40B4-BE49-F238E27FC236}">
                <a16:creationId xmlns:a16="http://schemas.microsoft.com/office/drawing/2014/main" id="{9E8AE1E4-6F08-445E-AD58-CB5CD6E9F892}"/>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5300"/>
                    </a14:imgEffect>
                    <a14:imgEffect>
                      <a14:brightnessContrast bright="20000" contrast="-20000"/>
                    </a14:imgEffect>
                  </a14:imgLayer>
                </a14:imgProps>
              </a:ext>
              <a:ext uri="{28A0092B-C50C-407E-A947-70E740481C1C}">
                <a14:useLocalDpi xmlns:a14="http://schemas.microsoft.com/office/drawing/2010/main" val="0"/>
              </a:ext>
            </a:extLst>
          </a:blip>
          <a:srcRect b="8836"/>
          <a:stretch/>
        </p:blipFill>
        <p:spPr bwMode="auto">
          <a:xfrm>
            <a:off x="2293814" y="2535444"/>
            <a:ext cx="5143139" cy="2526837"/>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F0AA836-702F-45F6-BE2A-5D61A638411E}"/>
              </a:ext>
            </a:extLst>
          </p:cNvPr>
          <p:cNvSpPr txBox="1"/>
          <p:nvPr/>
        </p:nvSpPr>
        <p:spPr>
          <a:xfrm>
            <a:off x="1413094" y="104884"/>
            <a:ext cx="6317811" cy="2863861"/>
          </a:xfrm>
          <a:prstGeom prst="rect">
            <a:avLst/>
          </a:prstGeom>
          <a:noFill/>
        </p:spPr>
        <p:txBody>
          <a:bodyPr wrap="square">
            <a:spAutoFit/>
          </a:bodyPr>
          <a:lstStyle/>
          <a:p>
            <a:pPr algn="ctr"/>
            <a:r>
              <a:rPr lang="en-US" sz="3200" b="1" dirty="0">
                <a:solidFill>
                  <a:srgbClr val="C00000"/>
                </a:solidFill>
                <a:ea typeface="Microsoft Sans Serif" panose="020B0604020202020204" pitchFamily="34" charset="0"/>
                <a:cs typeface="Microsoft Sans Serif" panose="020B0604020202020204" pitchFamily="34" charset="0"/>
              </a:rPr>
              <a:t>Global Academy of Technology</a:t>
            </a:r>
          </a:p>
          <a:p>
            <a:pPr marL="0" marR="0" algn="ctr">
              <a:lnSpc>
                <a:spcPct val="115000"/>
              </a:lnSpc>
              <a:spcBef>
                <a:spcPts val="0"/>
              </a:spcBef>
              <a:spcAft>
                <a:spcPts val="0"/>
              </a:spcAft>
            </a:pPr>
            <a:r>
              <a:rPr lang="en-US" sz="1400" dirty="0">
                <a:solidFill>
                  <a:srgbClr val="000000"/>
                </a:solidFill>
                <a:effectLst/>
                <a:latin typeface="+mj-lt"/>
                <a:ea typeface="Calibri" panose="020F0502020204030204" pitchFamily="34" charset="0"/>
                <a:cs typeface="Mangal" panose="02040503050203030202" pitchFamily="18" charset="0"/>
              </a:rPr>
              <a:t>An Autonomous Institute, Affiliated to VTU Belagavi,</a:t>
            </a:r>
            <a:endParaRPr lang="en-US" sz="1400" dirty="0">
              <a:effectLst/>
              <a:latin typeface="+mj-lt"/>
              <a:ea typeface="Calibri" panose="020F0502020204030204" pitchFamily="34" charset="0"/>
              <a:cs typeface="Mangal" panose="02040503050203030202" pitchFamily="18" charset="0"/>
            </a:endParaRPr>
          </a:p>
          <a:p>
            <a:pPr marL="0" marR="0" algn="ctr">
              <a:spcBef>
                <a:spcPts val="0"/>
              </a:spcBef>
              <a:spcAft>
                <a:spcPts val="0"/>
              </a:spcAft>
              <a:tabLst>
                <a:tab pos="2971800" algn="ctr"/>
                <a:tab pos="5943600" algn="r"/>
              </a:tabLst>
            </a:pPr>
            <a:r>
              <a:rPr lang="en-US" sz="1400" dirty="0">
                <a:solidFill>
                  <a:srgbClr val="000000"/>
                </a:solidFill>
                <a:effectLst/>
                <a:latin typeface="+mj-lt"/>
                <a:ea typeface="Calibri" panose="020F0502020204030204" pitchFamily="34" charset="0"/>
                <a:cs typeface="Times New Roman" panose="02020603050405020304" pitchFamily="18" charset="0"/>
              </a:rPr>
              <a:t>Approved by AICTE, Accredited by NAAC,’A’ Grade,</a:t>
            </a:r>
            <a:endParaRPr lang="en-US" sz="1400" dirty="0">
              <a:effectLst/>
              <a:latin typeface="+mj-lt"/>
              <a:ea typeface="Calibri" panose="020F0502020204030204" pitchFamily="34" charset="0"/>
              <a:cs typeface="Times New Roman" panose="02020603050405020304" pitchFamily="18" charset="0"/>
            </a:endParaRPr>
          </a:p>
          <a:p>
            <a:pPr marL="0" marR="0" algn="ctr">
              <a:spcBef>
                <a:spcPts val="0"/>
              </a:spcBef>
              <a:spcAft>
                <a:spcPts val="0"/>
              </a:spcAft>
              <a:tabLst>
                <a:tab pos="2971800" algn="ctr"/>
                <a:tab pos="5943600" algn="r"/>
              </a:tabLst>
            </a:pPr>
            <a:r>
              <a:rPr lang="en-US" sz="1400" dirty="0">
                <a:solidFill>
                  <a:srgbClr val="000000"/>
                </a:solidFill>
                <a:effectLst/>
                <a:latin typeface="+mj-lt"/>
                <a:ea typeface="Calibri" panose="020F0502020204030204" pitchFamily="34" charset="0"/>
                <a:cs typeface="Times New Roman" panose="02020603050405020304" pitchFamily="18" charset="0"/>
              </a:rPr>
              <a:t>Ideal Homes Township, Rajarajeshwari Nagar, Bengaluru – 560 098</a:t>
            </a:r>
            <a:endParaRPr lang="en-US" sz="1400" dirty="0">
              <a:effectLst/>
              <a:latin typeface="+mj-lt"/>
              <a:ea typeface="Calibri" panose="020F0502020204030204" pitchFamily="34" charset="0"/>
              <a:cs typeface="Times New Roman" panose="02020603050405020304" pitchFamily="18" charset="0"/>
            </a:endParaRPr>
          </a:p>
          <a:p>
            <a:pPr marL="0" marR="0" algn="ctr">
              <a:spcBef>
                <a:spcPts val="0"/>
              </a:spcBef>
              <a:spcAft>
                <a:spcPts val="0"/>
              </a:spcAft>
              <a:tabLst>
                <a:tab pos="2971800" algn="ctr"/>
                <a:tab pos="5943600" algn="r"/>
              </a:tabLst>
            </a:pPr>
            <a:r>
              <a:rPr lang="en-US" sz="1400" dirty="0">
                <a:solidFill>
                  <a:srgbClr val="000000"/>
                </a:solidFill>
                <a:effectLst/>
                <a:latin typeface="+mj-lt"/>
                <a:ea typeface="Calibri" panose="020F0502020204030204" pitchFamily="34" charset="0"/>
                <a:cs typeface="Times New Roman" panose="02020603050405020304" pitchFamily="18" charset="0"/>
              </a:rPr>
              <a:t>Tel: +91 80 28603158 (Ext - 300), Email: </a:t>
            </a:r>
            <a:r>
              <a:rPr lang="en-US" sz="1400" u="none" strike="noStrike" dirty="0">
                <a:solidFill>
                  <a:srgbClr val="000000"/>
                </a:solidFill>
                <a:effectLst/>
                <a:latin typeface="+mj-lt"/>
                <a:ea typeface="Calibri" panose="020F0502020204030204" pitchFamily="34" charset="0"/>
                <a:cs typeface="Times New Roman" panose="02020603050405020304" pitchFamily="18" charset="0"/>
              </a:rPr>
              <a:t>hodcse@gat.ac.in</a:t>
            </a:r>
            <a:r>
              <a:rPr lang="en-US" sz="1400" dirty="0">
                <a:solidFill>
                  <a:srgbClr val="000000"/>
                </a:solidFill>
                <a:effectLst/>
                <a:latin typeface="+mj-lt"/>
                <a:ea typeface="Calibri" panose="020F0502020204030204" pitchFamily="34" charset="0"/>
                <a:cs typeface="Times New Roman" panose="02020603050405020304" pitchFamily="18" charset="0"/>
              </a:rPr>
              <a:t> Web: </a:t>
            </a:r>
            <a:r>
              <a:rPr lang="en-US" sz="1400" u="none" strike="noStrike" dirty="0">
                <a:solidFill>
                  <a:srgbClr val="000000"/>
                </a:solidFill>
                <a:effectLst/>
                <a:latin typeface="+mj-lt"/>
                <a:ea typeface="Calibri" panose="020F0502020204030204" pitchFamily="34" charset="0"/>
                <a:cs typeface="Times New Roman" panose="02020603050405020304" pitchFamily="18" charset="0"/>
              </a:rPr>
              <a:t>www.gat.ac.in</a:t>
            </a:r>
            <a:endParaRPr lang="en-US" sz="1400" dirty="0">
              <a:effectLst/>
              <a:latin typeface="+mj-lt"/>
              <a:ea typeface="Calibri" panose="020F0502020204030204" pitchFamily="34" charset="0"/>
              <a:cs typeface="Times New Roman" panose="02020603050405020304" pitchFamily="18" charset="0"/>
            </a:endParaRPr>
          </a:p>
          <a:p>
            <a:pPr algn="ctr"/>
            <a:endParaRPr lang="en-US" sz="1400" dirty="0">
              <a:ea typeface="Microsoft Sans Serif" panose="020B0604020202020204" pitchFamily="34" charset="0"/>
              <a:cs typeface="Microsoft Sans Serif" panose="020B0604020202020204" pitchFamily="34" charset="0"/>
            </a:endParaRPr>
          </a:p>
          <a:p>
            <a:pPr algn="ctr"/>
            <a:r>
              <a:rPr lang="en-US" sz="2000" b="1" dirty="0">
                <a:solidFill>
                  <a:srgbClr val="000099"/>
                </a:solidFill>
                <a:ea typeface="Microsoft Sans Serif" panose="020B0604020202020204" pitchFamily="34" charset="0"/>
                <a:cs typeface="Microsoft Sans Serif" panose="020B0604020202020204" pitchFamily="34" charset="0"/>
              </a:rPr>
              <a:t>Department of Computer Science and Engineering </a:t>
            </a:r>
          </a:p>
          <a:p>
            <a:pPr algn="ctr"/>
            <a:r>
              <a:rPr lang="en-IN" sz="1400" b="1" dirty="0">
                <a:ea typeface="Microsoft Sans Serif" panose="020B0604020202020204" pitchFamily="34" charset="0"/>
                <a:cs typeface="Microsoft Sans Serif" panose="020B0604020202020204" pitchFamily="34" charset="0"/>
              </a:rPr>
              <a:t>Accredited by NBA 2019-2022</a:t>
            </a:r>
          </a:p>
          <a:p>
            <a:pPr algn="ctr"/>
            <a:endParaRPr lang="en-IN" sz="1400" b="1" dirty="0">
              <a:ea typeface="Microsoft Sans Serif" panose="020B0604020202020204" pitchFamily="34" charset="0"/>
              <a:cs typeface="Microsoft Sans Serif" panose="020B0604020202020204" pitchFamily="34" charset="0"/>
            </a:endParaRPr>
          </a:p>
          <a:p>
            <a:pPr algn="ctr"/>
            <a:r>
              <a:rPr lang="en-IN" sz="2800" b="1" dirty="0">
                <a:solidFill>
                  <a:srgbClr val="C00000"/>
                </a:solidFill>
              </a:rPr>
              <a:t>Internship (18CSI85)</a:t>
            </a:r>
            <a:endParaRPr lang="en-US" sz="2800" dirty="0"/>
          </a:p>
        </p:txBody>
      </p:sp>
      <p:sp>
        <p:nvSpPr>
          <p:cNvPr id="14" name="TextBox 13">
            <a:extLst>
              <a:ext uri="{FF2B5EF4-FFF2-40B4-BE49-F238E27FC236}">
                <a16:creationId xmlns:a16="http://schemas.microsoft.com/office/drawing/2014/main" id="{DE8ED28E-5E29-4E8C-9FF5-79949C04B84C}"/>
              </a:ext>
            </a:extLst>
          </p:cNvPr>
          <p:cNvSpPr txBox="1"/>
          <p:nvPr/>
        </p:nvSpPr>
        <p:spPr>
          <a:xfrm>
            <a:off x="2369942" y="4857580"/>
            <a:ext cx="4572000" cy="1508105"/>
          </a:xfrm>
          <a:prstGeom prst="rect">
            <a:avLst/>
          </a:prstGeom>
          <a:noFill/>
        </p:spPr>
        <p:txBody>
          <a:bodyPr wrap="square">
            <a:spAutoFit/>
          </a:bodyPr>
          <a:lstStyle/>
          <a:p>
            <a:pPr algn="ctr"/>
            <a:r>
              <a:rPr lang="en-IN" sz="2400" b="1" dirty="0">
                <a:solidFill>
                  <a:srgbClr val="000099"/>
                </a:solidFill>
              </a:rPr>
              <a:t>Full Stack Web Development</a:t>
            </a:r>
          </a:p>
          <a:p>
            <a:pPr algn="ctr"/>
            <a:r>
              <a:rPr lang="en-IN" sz="2400" b="1" dirty="0"/>
              <a:t> </a:t>
            </a:r>
            <a:br>
              <a:rPr lang="en-IN" sz="2400" b="1" dirty="0"/>
            </a:br>
            <a:r>
              <a:rPr lang="en-IN" sz="2200" b="1" dirty="0"/>
              <a:t>Amrutha K</a:t>
            </a:r>
          </a:p>
          <a:p>
            <a:pPr algn="ctr"/>
            <a:r>
              <a:rPr lang="en-IN" sz="2200" b="1" dirty="0"/>
              <a:t>1GA18CS194</a:t>
            </a:r>
            <a:endParaRPr lang="en-US" sz="2200" b="1" dirty="0"/>
          </a:p>
        </p:txBody>
      </p:sp>
      <p:pic>
        <p:nvPicPr>
          <p:cNvPr id="6" name="Picture 5">
            <a:extLst>
              <a:ext uri="{FF2B5EF4-FFF2-40B4-BE49-F238E27FC236}">
                <a16:creationId xmlns:a16="http://schemas.microsoft.com/office/drawing/2014/main" id="{913C2F46-8080-49C7-90D6-5C705F3F12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76717" y="221353"/>
            <a:ext cx="790575" cy="809625"/>
          </a:xfrm>
          <a:prstGeom prst="rect">
            <a:avLst/>
          </a:prstGeom>
        </p:spPr>
      </p:pic>
      <p:pic>
        <p:nvPicPr>
          <p:cNvPr id="7" name="Picture 6" descr="1200px-National_Board_of_Accreditation">
            <a:extLst>
              <a:ext uri="{FF2B5EF4-FFF2-40B4-BE49-F238E27FC236}">
                <a16:creationId xmlns:a16="http://schemas.microsoft.com/office/drawing/2014/main" id="{4EA17C8D-6328-464F-9231-82F7D1929BD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71258" y="280987"/>
            <a:ext cx="573405" cy="479425"/>
          </a:xfrm>
          <a:prstGeom prst="rect">
            <a:avLst/>
          </a:prstGeom>
          <a:noFill/>
          <a:ln>
            <a:noFill/>
          </a:ln>
        </p:spPr>
      </p:pic>
    </p:spTree>
    <p:extLst>
      <p:ext uri="{BB962C8B-B14F-4D97-AF65-F5344CB8AC3E}">
        <p14:creationId xmlns:p14="http://schemas.microsoft.com/office/powerpoint/2010/main" val="2346585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6ADBE7-2D2B-4427-8B09-ABE3506087D8}"/>
              </a:ext>
            </a:extLst>
          </p:cNvPr>
          <p:cNvSpPr>
            <a:spLocks noGrp="1"/>
          </p:cNvSpPr>
          <p:nvPr>
            <p:ph type="dt" sz="half" idx="2"/>
          </p:nvPr>
        </p:nvSpPr>
        <p:spPr/>
        <p:txBody>
          <a:bodyPr/>
          <a:lstStyle/>
          <a:p>
            <a:r>
              <a:rPr lang="en-US" dirty="0"/>
              <a:t>GAT, Dept. of CSE, 2021-22</a:t>
            </a:r>
          </a:p>
        </p:txBody>
      </p:sp>
      <p:sp>
        <p:nvSpPr>
          <p:cNvPr id="3" name="Footer Placeholder 2">
            <a:extLst>
              <a:ext uri="{FF2B5EF4-FFF2-40B4-BE49-F238E27FC236}">
                <a16:creationId xmlns:a16="http://schemas.microsoft.com/office/drawing/2014/main" id="{19272623-B4C9-469E-B00C-432D79632271}"/>
              </a:ext>
            </a:extLst>
          </p:cNvPr>
          <p:cNvSpPr>
            <a:spLocks noGrp="1"/>
          </p:cNvSpPr>
          <p:nvPr>
            <p:ph type="ftr" sz="quarter" idx="3"/>
          </p:nvPr>
        </p:nvSpPr>
        <p:spPr/>
        <p:txBody>
          <a:bodyPr/>
          <a:lstStyle/>
          <a:p>
            <a:r>
              <a:rPr lang="en-US" dirty="0"/>
              <a:t>Internship (18CSI85)</a:t>
            </a:r>
          </a:p>
        </p:txBody>
      </p:sp>
      <p:sp>
        <p:nvSpPr>
          <p:cNvPr id="4" name="Slide Number Placeholder 3">
            <a:extLst>
              <a:ext uri="{FF2B5EF4-FFF2-40B4-BE49-F238E27FC236}">
                <a16:creationId xmlns:a16="http://schemas.microsoft.com/office/drawing/2014/main" id="{99B6AFBE-5BC2-4B8C-AE09-8B2C606BA59B}"/>
              </a:ext>
            </a:extLst>
          </p:cNvPr>
          <p:cNvSpPr>
            <a:spLocks noGrp="1"/>
          </p:cNvSpPr>
          <p:nvPr>
            <p:ph type="sldNum" sz="quarter" idx="4"/>
          </p:nvPr>
        </p:nvSpPr>
        <p:spPr/>
        <p:txBody>
          <a:bodyPr/>
          <a:lstStyle/>
          <a:p>
            <a:fld id="{1A772BD4-ECE9-429A-A11F-463A700B2747}" type="slidenum">
              <a:rPr lang="en-US" smtClean="0"/>
              <a:pPr/>
              <a:t>2</a:t>
            </a:fld>
            <a:endParaRPr lang="en-US" dirty="0"/>
          </a:p>
        </p:txBody>
      </p:sp>
      <p:sp>
        <p:nvSpPr>
          <p:cNvPr id="5" name="Title 1">
            <a:extLst>
              <a:ext uri="{FF2B5EF4-FFF2-40B4-BE49-F238E27FC236}">
                <a16:creationId xmlns:a16="http://schemas.microsoft.com/office/drawing/2014/main" id="{D282130A-25AC-4E0C-BF34-55BDD7D9BD80}"/>
              </a:ext>
            </a:extLst>
          </p:cNvPr>
          <p:cNvSpPr txBox="1">
            <a:spLocks/>
          </p:cNvSpPr>
          <p:nvPr/>
        </p:nvSpPr>
        <p:spPr>
          <a:xfrm>
            <a:off x="274724" y="298048"/>
            <a:ext cx="8422846" cy="1043735"/>
          </a:xfrm>
          <a:prstGeom prst="rect">
            <a:avLst/>
          </a:prstGeom>
        </p:spPr>
        <p:txBody>
          <a:bodyPr rtlCol="0">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r>
              <a:rPr lang="en-IN" sz="2800" b="1" dirty="0">
                <a:solidFill>
                  <a:srgbClr val="000099"/>
                </a:solidFill>
              </a:rPr>
              <a:t>Company Name</a:t>
            </a:r>
          </a:p>
          <a:p>
            <a:pPr algn="ctr">
              <a:lnSpc>
                <a:spcPct val="100000"/>
              </a:lnSpc>
            </a:pPr>
            <a:r>
              <a:rPr lang="en-IN" sz="2000" b="1" dirty="0">
                <a:solidFill>
                  <a:srgbClr val="000099"/>
                </a:solidFill>
                <a:latin typeface="Times New Roman" panose="02020603050405020304" pitchFamily="18" charset="0"/>
                <a:cs typeface="Times New Roman" panose="02020603050405020304" pitchFamily="18" charset="0"/>
              </a:rPr>
              <a:t>Address</a:t>
            </a:r>
          </a:p>
        </p:txBody>
      </p:sp>
      <p:sp>
        <p:nvSpPr>
          <p:cNvPr id="6" name="TextBox 5">
            <a:extLst>
              <a:ext uri="{FF2B5EF4-FFF2-40B4-BE49-F238E27FC236}">
                <a16:creationId xmlns:a16="http://schemas.microsoft.com/office/drawing/2014/main" id="{EEAD8EB7-C1BE-441E-BED4-FEADA03FDE2E}"/>
              </a:ext>
            </a:extLst>
          </p:cNvPr>
          <p:cNvSpPr txBox="1"/>
          <p:nvPr/>
        </p:nvSpPr>
        <p:spPr>
          <a:xfrm>
            <a:off x="624359" y="1744971"/>
            <a:ext cx="3861787" cy="1881925"/>
          </a:xfrm>
          <a:prstGeom prst="rect">
            <a:avLst/>
          </a:prstGeom>
          <a:noFill/>
        </p:spPr>
        <p:txBody>
          <a:bodyPr wrap="square" rtlCol="0">
            <a:spAutoFit/>
          </a:bodyPr>
          <a:lstStyle/>
          <a:p>
            <a:pPr>
              <a:lnSpc>
                <a:spcPct val="150000"/>
              </a:lnSpc>
            </a:pPr>
            <a:r>
              <a:rPr lang="en-IN" sz="2000" b="1" dirty="0">
                <a:solidFill>
                  <a:srgbClr val="C00000"/>
                </a:solidFill>
              </a:rPr>
              <a:t>Internal Guide Details</a:t>
            </a:r>
          </a:p>
          <a:p>
            <a:pPr>
              <a:lnSpc>
                <a:spcPct val="150000"/>
              </a:lnSpc>
            </a:pPr>
            <a:r>
              <a:rPr lang="en-IN" sz="2000" dirty="0"/>
              <a:t>Name: </a:t>
            </a:r>
            <a:r>
              <a:rPr lang="en-IN" sz="2000" dirty="0" err="1">
                <a:latin typeface="Times New Roman" panose="02020603050405020304" pitchFamily="18" charset="0"/>
                <a:cs typeface="Times New Roman" panose="02020603050405020304" pitchFamily="18" charset="0"/>
              </a:rPr>
              <a:t>Dr.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Anitha</a:t>
            </a:r>
            <a:r>
              <a:rPr lang="en-IN" sz="2000" dirty="0">
                <a:latin typeface="Times New Roman" panose="02020603050405020304" pitchFamily="18" charset="0"/>
                <a:cs typeface="Times New Roman" panose="02020603050405020304" pitchFamily="18" charset="0"/>
              </a:rPr>
              <a:t> K</a:t>
            </a:r>
            <a:endParaRPr lang="en-IN" sz="2000" dirty="0"/>
          </a:p>
          <a:p>
            <a:pPr>
              <a:lnSpc>
                <a:spcPct val="150000"/>
              </a:lnSpc>
            </a:pPr>
            <a:r>
              <a:rPr lang="en-IN" sz="2000" dirty="0"/>
              <a:t>Designation: </a:t>
            </a:r>
            <a:r>
              <a:rPr lang="en-IN" sz="2000" dirty="0">
                <a:latin typeface="Times New Roman" panose="02020603050405020304" pitchFamily="18" charset="0"/>
                <a:cs typeface="Times New Roman" panose="02020603050405020304" pitchFamily="18" charset="0"/>
              </a:rPr>
              <a:t>Associate Professor </a:t>
            </a:r>
            <a:r>
              <a:rPr lang="en-IN" sz="2000" dirty="0"/>
              <a:t> </a:t>
            </a:r>
          </a:p>
          <a:p>
            <a:pPr>
              <a:lnSpc>
                <a:spcPct val="150000"/>
              </a:lnSpc>
            </a:pPr>
            <a:r>
              <a:rPr lang="en-IN" sz="2000" dirty="0"/>
              <a:t>Organization: GAT, Bengaluru</a:t>
            </a:r>
          </a:p>
        </p:txBody>
      </p:sp>
      <p:sp>
        <p:nvSpPr>
          <p:cNvPr id="7" name="TextBox 6">
            <a:extLst>
              <a:ext uri="{FF2B5EF4-FFF2-40B4-BE49-F238E27FC236}">
                <a16:creationId xmlns:a16="http://schemas.microsoft.com/office/drawing/2014/main" id="{6CD55B15-1FF7-42EF-B0A7-674AA76C51F2}"/>
              </a:ext>
            </a:extLst>
          </p:cNvPr>
          <p:cNvSpPr txBox="1"/>
          <p:nvPr/>
        </p:nvSpPr>
        <p:spPr>
          <a:xfrm>
            <a:off x="4657856" y="1718893"/>
            <a:ext cx="3534731" cy="3266920"/>
          </a:xfrm>
          <a:prstGeom prst="rect">
            <a:avLst/>
          </a:prstGeom>
          <a:noFill/>
        </p:spPr>
        <p:txBody>
          <a:bodyPr wrap="square" rtlCol="0">
            <a:spAutoFit/>
          </a:bodyPr>
          <a:lstStyle/>
          <a:p>
            <a:pPr>
              <a:lnSpc>
                <a:spcPct val="150000"/>
              </a:lnSpc>
            </a:pPr>
            <a:r>
              <a:rPr lang="en-IN" sz="2000" b="1" dirty="0">
                <a:solidFill>
                  <a:srgbClr val="C00000"/>
                </a:solidFill>
              </a:rPr>
              <a:t>External Guide Details</a:t>
            </a:r>
          </a:p>
          <a:p>
            <a:pPr>
              <a:lnSpc>
                <a:spcPct val="150000"/>
              </a:lnSpc>
            </a:pPr>
            <a:r>
              <a:rPr lang="en-IN" sz="2000" dirty="0"/>
              <a:t>Name: Vinod </a:t>
            </a:r>
            <a:r>
              <a:rPr lang="en-IN" sz="2000" dirty="0" err="1"/>
              <a:t>Pattar</a:t>
            </a:r>
            <a:endParaRPr lang="en-IN" sz="2000" dirty="0"/>
          </a:p>
          <a:p>
            <a:pPr>
              <a:lnSpc>
                <a:spcPct val="150000"/>
              </a:lnSpc>
            </a:pPr>
            <a:r>
              <a:rPr lang="en-IN" sz="2000" dirty="0"/>
              <a:t>Designation: Technological Lead(CTO)</a:t>
            </a:r>
          </a:p>
          <a:p>
            <a:pPr>
              <a:lnSpc>
                <a:spcPct val="150000"/>
              </a:lnSpc>
            </a:pPr>
            <a:r>
              <a:rPr lang="en-IN" sz="2000" dirty="0"/>
              <a:t>Company Name: </a:t>
            </a:r>
            <a:r>
              <a:rPr lang="en-IN" sz="2000" dirty="0" err="1"/>
              <a:t>EldersIndia</a:t>
            </a:r>
            <a:endParaRPr lang="en-IN" sz="2000" dirty="0"/>
          </a:p>
          <a:p>
            <a:pPr>
              <a:lnSpc>
                <a:spcPct val="150000"/>
              </a:lnSpc>
            </a:pPr>
            <a:r>
              <a:rPr lang="en-IN" sz="2000" dirty="0"/>
              <a:t>Email ID: vinod@tharsha.com</a:t>
            </a:r>
          </a:p>
          <a:p>
            <a:pPr>
              <a:lnSpc>
                <a:spcPct val="150000"/>
              </a:lnSpc>
            </a:pPr>
            <a:r>
              <a:rPr lang="en-IN" sz="2000" dirty="0"/>
              <a:t>Phone: 7795768096</a:t>
            </a:r>
          </a:p>
        </p:txBody>
      </p:sp>
    </p:spTree>
    <p:extLst>
      <p:ext uri="{BB962C8B-B14F-4D97-AF65-F5344CB8AC3E}">
        <p14:creationId xmlns:p14="http://schemas.microsoft.com/office/powerpoint/2010/main" val="1067449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317FE-2CCC-4065-8ECC-E2CF2E66D7F3}"/>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8FE50723-AC31-44B9-ADB2-734FB664D61C}"/>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88B8A46D-6C13-4454-9ED6-B4E972FC2465}"/>
              </a:ext>
            </a:extLst>
          </p:cNvPr>
          <p:cNvSpPr>
            <a:spLocks noGrp="1"/>
          </p:cNvSpPr>
          <p:nvPr>
            <p:ph type="sldNum" sz="quarter" idx="4"/>
          </p:nvPr>
        </p:nvSpPr>
        <p:spPr/>
        <p:txBody>
          <a:bodyPr/>
          <a:lstStyle/>
          <a:p>
            <a:fld id="{1A772BD4-ECE9-429A-A11F-463A700B2747}" type="slidenum">
              <a:rPr lang="en-US" smtClean="0"/>
              <a:pPr/>
              <a:t>3</a:t>
            </a:fld>
            <a:endParaRPr lang="en-US" dirty="0"/>
          </a:p>
        </p:txBody>
      </p:sp>
      <p:sp>
        <p:nvSpPr>
          <p:cNvPr id="5" name="Title 1">
            <a:extLst>
              <a:ext uri="{FF2B5EF4-FFF2-40B4-BE49-F238E27FC236}">
                <a16:creationId xmlns:a16="http://schemas.microsoft.com/office/drawing/2014/main" id="{2B22C8C5-A611-482B-AE82-BEB24E37E317}"/>
              </a:ext>
            </a:extLst>
          </p:cNvPr>
          <p:cNvSpPr txBox="1">
            <a:spLocks/>
          </p:cNvSpPr>
          <p:nvPr/>
        </p:nvSpPr>
        <p:spPr>
          <a:xfrm>
            <a:off x="499725" y="164970"/>
            <a:ext cx="8422846" cy="586535"/>
          </a:xfrm>
          <a:prstGeom prst="rect">
            <a:avLst/>
          </a:prstGeom>
        </p:spPr>
        <p:txBody>
          <a:bodyPr rtlCol="0">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100000"/>
              </a:lnSpc>
            </a:pPr>
            <a:r>
              <a:rPr lang="en-IN" sz="3200" b="1" dirty="0">
                <a:solidFill>
                  <a:srgbClr val="000099"/>
                </a:solidFill>
                <a:latin typeface="+mn-lt"/>
                <a:cs typeface="Times New Roman" panose="02020603050405020304" pitchFamily="18" charset="0"/>
              </a:rPr>
              <a:t>Internship Certificate</a:t>
            </a:r>
            <a:endParaRPr lang="en-IN" sz="2400" b="1" dirty="0">
              <a:solidFill>
                <a:srgbClr val="000099"/>
              </a:solidFill>
              <a:latin typeface="+mn-lt"/>
              <a:cs typeface="Times New Roman" panose="02020603050405020304" pitchFamily="18" charset="0"/>
            </a:endParaRPr>
          </a:p>
        </p:txBody>
      </p:sp>
      <p:pic>
        <p:nvPicPr>
          <p:cNvPr id="8" name="Picture 7">
            <a:extLst>
              <a:ext uri="{FF2B5EF4-FFF2-40B4-BE49-F238E27FC236}">
                <a16:creationId xmlns:a16="http://schemas.microsoft.com/office/drawing/2014/main" id="{BB1C2B0C-C04E-4EC2-9A82-8CD65C5588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4736" y="769682"/>
            <a:ext cx="5869222" cy="5501117"/>
          </a:xfrm>
          <a:prstGeom prst="rect">
            <a:avLst/>
          </a:prstGeom>
        </p:spPr>
      </p:pic>
    </p:spTree>
    <p:extLst>
      <p:ext uri="{BB962C8B-B14F-4D97-AF65-F5344CB8AC3E}">
        <p14:creationId xmlns:p14="http://schemas.microsoft.com/office/powerpoint/2010/main" val="2922894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4</a:t>
            </a:fld>
            <a:endParaRPr lang="en-US" dirty="0"/>
          </a:p>
        </p:txBody>
      </p:sp>
      <p:sp>
        <p:nvSpPr>
          <p:cNvPr id="5" name="Content Placeholder 2">
            <a:extLst>
              <a:ext uri="{FF2B5EF4-FFF2-40B4-BE49-F238E27FC236}">
                <a16:creationId xmlns:a16="http://schemas.microsoft.com/office/drawing/2014/main" id="{72941355-87C6-4B35-AEB0-6DB828992297}"/>
              </a:ext>
            </a:extLst>
          </p:cNvPr>
          <p:cNvSpPr txBox="1">
            <a:spLocks/>
          </p:cNvSpPr>
          <p:nvPr/>
        </p:nvSpPr>
        <p:spPr>
          <a:xfrm>
            <a:off x="560410" y="1104885"/>
            <a:ext cx="8388626" cy="50006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Company Overview</a:t>
            </a:r>
          </a:p>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Company products and services</a:t>
            </a:r>
          </a:p>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Team/Department Overview</a:t>
            </a:r>
          </a:p>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Project description</a:t>
            </a:r>
          </a:p>
          <a:p>
            <a:pPr marL="800100" lvl="2" indent="-342900">
              <a:lnSpc>
                <a:spcPts val="2800"/>
              </a:lnSpc>
              <a:spcBef>
                <a:spcPts val="0"/>
              </a:spcBef>
              <a:spcAft>
                <a:spcPts val="0"/>
              </a:spcAft>
              <a:buClr>
                <a:schemeClr val="tx1"/>
              </a:buClr>
              <a:buFont typeface="Arial" panose="020B0604020202020204" pitchFamily="34" charset="0"/>
              <a:buChar char="•"/>
            </a:pPr>
            <a:r>
              <a:rPr lang="en-IN" sz="2000" dirty="0">
                <a:solidFill>
                  <a:schemeClr val="tx1"/>
                </a:solidFill>
              </a:rPr>
              <a:t>Domain details</a:t>
            </a:r>
          </a:p>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Internship Details</a:t>
            </a:r>
          </a:p>
          <a:p>
            <a:pPr marL="860425" lvl="2" indent="-342900">
              <a:lnSpc>
                <a:spcPts val="2800"/>
              </a:lnSpc>
              <a:spcBef>
                <a:spcPts val="0"/>
              </a:spcBef>
              <a:spcAft>
                <a:spcPts val="0"/>
              </a:spcAft>
              <a:buClr>
                <a:schemeClr val="tx1"/>
              </a:buClr>
              <a:buFont typeface="Arial" panose="020B0604020202020204" pitchFamily="34" charset="0"/>
              <a:buChar char="•"/>
            </a:pPr>
            <a:r>
              <a:rPr lang="en-IN" sz="2000" dirty="0">
                <a:solidFill>
                  <a:schemeClr val="tx1"/>
                </a:solidFill>
              </a:rPr>
              <a:t>Technical skills  acquired</a:t>
            </a:r>
          </a:p>
          <a:p>
            <a:pPr marL="860425" lvl="2" indent="-342900">
              <a:lnSpc>
                <a:spcPts val="2800"/>
              </a:lnSpc>
              <a:spcBef>
                <a:spcPts val="0"/>
              </a:spcBef>
              <a:spcAft>
                <a:spcPts val="0"/>
              </a:spcAft>
              <a:buClr>
                <a:schemeClr val="tx1"/>
              </a:buClr>
              <a:buFont typeface="Arial" panose="020B0604020202020204" pitchFamily="34" charset="0"/>
              <a:buChar char="•"/>
            </a:pPr>
            <a:r>
              <a:rPr lang="en-IN" sz="2000" dirty="0">
                <a:solidFill>
                  <a:schemeClr val="tx1"/>
                </a:solidFill>
              </a:rPr>
              <a:t>Challenges faced</a:t>
            </a:r>
          </a:p>
          <a:p>
            <a:pPr marL="860425" lvl="2" indent="-342900">
              <a:lnSpc>
                <a:spcPts val="2800"/>
              </a:lnSpc>
              <a:spcBef>
                <a:spcPts val="0"/>
              </a:spcBef>
              <a:spcAft>
                <a:spcPts val="0"/>
              </a:spcAft>
              <a:buClr>
                <a:schemeClr val="tx1"/>
              </a:buClr>
              <a:buFont typeface="Arial" panose="020B0604020202020204" pitchFamily="34" charset="0"/>
              <a:buChar char="•"/>
            </a:pPr>
            <a:r>
              <a:rPr lang="en-IN" sz="2000" dirty="0">
                <a:solidFill>
                  <a:schemeClr val="tx1"/>
                </a:solidFill>
              </a:rPr>
              <a:t>Soft skills acquired</a:t>
            </a:r>
          </a:p>
          <a:p>
            <a:pPr marL="860425" lvl="2" indent="-342900">
              <a:lnSpc>
                <a:spcPts val="2800"/>
              </a:lnSpc>
              <a:spcBef>
                <a:spcPts val="0"/>
              </a:spcBef>
              <a:spcAft>
                <a:spcPts val="0"/>
              </a:spcAft>
              <a:buClr>
                <a:schemeClr val="tx1"/>
              </a:buClr>
              <a:buFont typeface="Arial" panose="020B0604020202020204" pitchFamily="34" charset="0"/>
              <a:buChar char="•"/>
            </a:pPr>
            <a:r>
              <a:rPr lang="en-IN" sz="2000" dirty="0">
                <a:solidFill>
                  <a:schemeClr val="tx1"/>
                </a:solidFill>
              </a:rPr>
              <a:t>My Roles and responsibilities</a:t>
            </a:r>
          </a:p>
          <a:p>
            <a:pPr marL="860425" lvl="2" indent="-342900">
              <a:lnSpc>
                <a:spcPts val="2800"/>
              </a:lnSpc>
              <a:spcBef>
                <a:spcPts val="0"/>
              </a:spcBef>
              <a:spcAft>
                <a:spcPts val="0"/>
              </a:spcAft>
              <a:buClr>
                <a:schemeClr val="tx1"/>
              </a:buClr>
              <a:buFont typeface="Arial" panose="020B0604020202020204" pitchFamily="34" charset="0"/>
              <a:buChar char="•"/>
            </a:pPr>
            <a:r>
              <a:rPr lang="en-IN" sz="2000" dirty="0">
                <a:solidFill>
                  <a:schemeClr val="tx1"/>
                </a:solidFill>
              </a:rPr>
              <a:t>Results</a:t>
            </a:r>
          </a:p>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Overall experience</a:t>
            </a:r>
          </a:p>
          <a:p>
            <a:pPr>
              <a:lnSpc>
                <a:spcPts val="2800"/>
              </a:lnSpc>
              <a:spcBef>
                <a:spcPts val="0"/>
              </a:spcBef>
              <a:spcAft>
                <a:spcPts val="0"/>
              </a:spcAft>
              <a:buClr>
                <a:schemeClr val="tx1"/>
              </a:buClr>
              <a:buFont typeface="Arial" panose="020B0604020202020204" pitchFamily="34" charset="0"/>
              <a:buChar char="•"/>
            </a:pPr>
            <a:r>
              <a:rPr lang="en-IN" dirty="0">
                <a:solidFill>
                  <a:schemeClr val="tx1"/>
                </a:solidFill>
              </a:rPr>
              <a:t>Conclusion</a:t>
            </a:r>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63384"/>
            <a:ext cx="8440624"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Presentation outline</a:t>
            </a:r>
          </a:p>
        </p:txBody>
      </p:sp>
    </p:spTree>
    <p:extLst>
      <p:ext uri="{BB962C8B-B14F-4D97-AF65-F5344CB8AC3E}">
        <p14:creationId xmlns:p14="http://schemas.microsoft.com/office/powerpoint/2010/main" val="3985204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5</a:t>
            </a:fld>
            <a:endParaRPr lang="en-US" dirty="0"/>
          </a:p>
        </p:txBody>
      </p:sp>
      <p:sp>
        <p:nvSpPr>
          <p:cNvPr id="5" name="Content Placeholder 2">
            <a:extLst>
              <a:ext uri="{FF2B5EF4-FFF2-40B4-BE49-F238E27FC236}">
                <a16:creationId xmlns:a16="http://schemas.microsoft.com/office/drawing/2014/main" id="{72941355-87C6-4B35-AEB0-6DB828992297}"/>
              </a:ext>
            </a:extLst>
          </p:cNvPr>
          <p:cNvSpPr txBox="1">
            <a:spLocks/>
          </p:cNvSpPr>
          <p:nvPr/>
        </p:nvSpPr>
        <p:spPr>
          <a:xfrm>
            <a:off x="427383" y="2463621"/>
            <a:ext cx="8385665" cy="3895398"/>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n-US" sz="1800" b="0" i="0" dirty="0" err="1">
                <a:solidFill>
                  <a:srgbClr val="000000"/>
                </a:solidFill>
                <a:effectLst/>
              </a:rPr>
              <a:t>EldersIndia</a:t>
            </a:r>
            <a:r>
              <a:rPr lang="en-US" sz="1800" b="0" i="0" dirty="0">
                <a:solidFill>
                  <a:srgbClr val="000000"/>
                </a:solidFill>
                <a:effectLst/>
              </a:rPr>
              <a:t> is a unique initiative bringing corporates, employees, their senior family members and service providers under one platform with an aim to:</a:t>
            </a:r>
          </a:p>
          <a:p>
            <a:pPr algn="just" fontAlgn="base">
              <a:buFont typeface="Wingdings" panose="05000000000000000000" pitchFamily="2" charset="2"/>
              <a:buChar char="q"/>
            </a:pPr>
            <a:r>
              <a:rPr lang="en-US" sz="1800" b="0" i="0" dirty="0">
                <a:solidFill>
                  <a:srgbClr val="000000"/>
                </a:solidFill>
                <a:effectLst/>
              </a:rPr>
              <a:t> Improve the quality of life of elders</a:t>
            </a:r>
          </a:p>
          <a:p>
            <a:pPr algn="just" fontAlgn="base">
              <a:buFont typeface="Wingdings" panose="05000000000000000000" pitchFamily="2" charset="2"/>
              <a:buChar char="q"/>
            </a:pPr>
            <a:r>
              <a:rPr lang="en-US" sz="1800" b="0" i="0" dirty="0">
                <a:solidFill>
                  <a:srgbClr val="000000"/>
                </a:solidFill>
                <a:effectLst/>
              </a:rPr>
              <a:t> Help corporate employees manage their responsibilities towards elderly family members</a:t>
            </a:r>
          </a:p>
          <a:p>
            <a:pPr algn="just" fontAlgn="base">
              <a:buFont typeface="Wingdings" panose="05000000000000000000" pitchFamily="2" charset="2"/>
              <a:buChar char="q"/>
            </a:pPr>
            <a:r>
              <a:rPr lang="en-US" sz="1800" b="0" i="0" dirty="0">
                <a:solidFill>
                  <a:srgbClr val="000000"/>
                </a:solidFill>
                <a:effectLst/>
              </a:rPr>
              <a:t> Assist corporates to support employees in the workplace</a:t>
            </a:r>
          </a:p>
          <a:p>
            <a:pPr marL="0" indent="0" algn="just" fontAlgn="base">
              <a:buNone/>
            </a:pPr>
            <a:endParaRPr lang="en-IN" sz="1800" dirty="0">
              <a:solidFill>
                <a:schemeClr val="tx1"/>
              </a:solidFill>
            </a:endParaRPr>
          </a:p>
          <a:p>
            <a:pPr marL="0" indent="0" algn="just">
              <a:buNone/>
            </a:pPr>
            <a:r>
              <a:rPr lang="en-IN" sz="1800" b="1" dirty="0">
                <a:solidFill>
                  <a:schemeClr val="tx1"/>
                </a:solidFill>
              </a:rPr>
              <a:t>Address </a:t>
            </a:r>
            <a:r>
              <a:rPr lang="en-IN" sz="1800" dirty="0">
                <a:solidFill>
                  <a:schemeClr val="tx1"/>
                </a:solidFill>
              </a:rPr>
              <a:t>– 28/A, 3</a:t>
            </a:r>
            <a:r>
              <a:rPr lang="en-IN" sz="1800" baseline="30000" dirty="0">
                <a:solidFill>
                  <a:schemeClr val="tx1"/>
                </a:solidFill>
              </a:rPr>
              <a:t>rd</a:t>
            </a:r>
            <a:r>
              <a:rPr lang="en-IN" sz="1800" dirty="0">
                <a:solidFill>
                  <a:schemeClr val="tx1"/>
                </a:solidFill>
              </a:rPr>
              <a:t> Main Rd, RMS colony, AECS Layout, </a:t>
            </a:r>
            <a:r>
              <a:rPr lang="en-IN" sz="1800" dirty="0" err="1">
                <a:solidFill>
                  <a:schemeClr val="tx1"/>
                </a:solidFill>
              </a:rPr>
              <a:t>Sanjaynagar</a:t>
            </a:r>
            <a:r>
              <a:rPr lang="en-IN" sz="1800" dirty="0">
                <a:solidFill>
                  <a:schemeClr val="tx1"/>
                </a:solidFill>
              </a:rPr>
              <a:t>, Bengaluru, Karnataka 560094</a:t>
            </a:r>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7" y="192260"/>
            <a:ext cx="8388625"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Company Overview</a:t>
            </a:r>
          </a:p>
        </p:txBody>
      </p:sp>
      <p:pic>
        <p:nvPicPr>
          <p:cNvPr id="8" name="Picture 7">
            <a:extLst>
              <a:ext uri="{FF2B5EF4-FFF2-40B4-BE49-F238E27FC236}">
                <a16:creationId xmlns:a16="http://schemas.microsoft.com/office/drawing/2014/main" id="{FB4382E5-1717-4BAA-AA45-73CCD92D83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6007" y="869589"/>
            <a:ext cx="3276600" cy="1400175"/>
          </a:xfrm>
          <a:prstGeom prst="rect">
            <a:avLst/>
          </a:prstGeom>
        </p:spPr>
      </p:pic>
    </p:spTree>
    <p:extLst>
      <p:ext uri="{BB962C8B-B14F-4D97-AF65-F5344CB8AC3E}">
        <p14:creationId xmlns:p14="http://schemas.microsoft.com/office/powerpoint/2010/main" val="47770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6</a:t>
            </a:fld>
            <a:endParaRPr lang="en-US" dirty="0"/>
          </a:p>
        </p:txBody>
      </p:sp>
      <p:sp>
        <p:nvSpPr>
          <p:cNvPr id="5" name="Content Placeholder 2">
            <a:extLst>
              <a:ext uri="{FF2B5EF4-FFF2-40B4-BE49-F238E27FC236}">
                <a16:creationId xmlns:a16="http://schemas.microsoft.com/office/drawing/2014/main" id="{72941355-87C6-4B35-AEB0-6DB828992297}"/>
              </a:ext>
            </a:extLst>
          </p:cNvPr>
          <p:cNvSpPr txBox="1">
            <a:spLocks/>
          </p:cNvSpPr>
          <p:nvPr/>
        </p:nvSpPr>
        <p:spPr>
          <a:xfrm>
            <a:off x="434740" y="1622355"/>
            <a:ext cx="8256873" cy="4268306"/>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buFont typeface="Wingdings" panose="05000000000000000000" pitchFamily="2" charset="2"/>
              <a:buChar char="q"/>
            </a:pPr>
            <a:r>
              <a:rPr lang="en-IN" dirty="0">
                <a:solidFill>
                  <a:schemeClr val="tx1"/>
                </a:solidFill>
              </a:rPr>
              <a:t> HealthCare</a:t>
            </a:r>
          </a:p>
          <a:p>
            <a:pPr>
              <a:lnSpc>
                <a:spcPct val="100000"/>
              </a:lnSpc>
              <a:buFont typeface="Wingdings" panose="05000000000000000000" pitchFamily="2" charset="2"/>
              <a:buChar char="q"/>
            </a:pPr>
            <a:r>
              <a:rPr lang="en-IN" sz="2000" dirty="0">
                <a:solidFill>
                  <a:schemeClr val="tx1"/>
                </a:solidFill>
              </a:rPr>
              <a:t> Elderly Assis</a:t>
            </a:r>
            <a:r>
              <a:rPr lang="en-IN" dirty="0">
                <a:solidFill>
                  <a:schemeClr val="tx1"/>
                </a:solidFill>
              </a:rPr>
              <a:t>tance</a:t>
            </a:r>
          </a:p>
          <a:p>
            <a:pPr>
              <a:lnSpc>
                <a:spcPct val="100000"/>
              </a:lnSpc>
              <a:buFont typeface="Wingdings" panose="05000000000000000000" pitchFamily="2" charset="2"/>
              <a:buChar char="q"/>
            </a:pPr>
            <a:r>
              <a:rPr lang="en-IN" sz="2000" dirty="0">
                <a:solidFill>
                  <a:schemeClr val="tx1"/>
                </a:solidFill>
              </a:rPr>
              <a:t> Emergency</a:t>
            </a:r>
            <a:r>
              <a:rPr lang="en-IN" dirty="0">
                <a:solidFill>
                  <a:schemeClr val="tx1"/>
                </a:solidFill>
              </a:rPr>
              <a:t> Response</a:t>
            </a:r>
          </a:p>
          <a:p>
            <a:pPr>
              <a:lnSpc>
                <a:spcPct val="100000"/>
              </a:lnSpc>
              <a:buFont typeface="Wingdings" panose="05000000000000000000" pitchFamily="2" charset="2"/>
              <a:buChar char="q"/>
            </a:pPr>
            <a:r>
              <a:rPr lang="en-IN" sz="2000" dirty="0">
                <a:solidFill>
                  <a:schemeClr val="tx1"/>
                </a:solidFill>
              </a:rPr>
              <a:t> Safety &amp; Security</a:t>
            </a:r>
          </a:p>
          <a:p>
            <a:pPr>
              <a:lnSpc>
                <a:spcPct val="100000"/>
              </a:lnSpc>
              <a:buFont typeface="Wingdings" panose="05000000000000000000" pitchFamily="2" charset="2"/>
              <a:buChar char="q"/>
            </a:pPr>
            <a:r>
              <a:rPr lang="en-IN" dirty="0">
                <a:solidFill>
                  <a:schemeClr val="tx1"/>
                </a:solidFill>
              </a:rPr>
              <a:t> Wealth Management</a:t>
            </a:r>
          </a:p>
          <a:p>
            <a:pPr>
              <a:lnSpc>
                <a:spcPct val="100000"/>
              </a:lnSpc>
              <a:buFont typeface="Wingdings" panose="05000000000000000000" pitchFamily="2" charset="2"/>
              <a:buChar char="q"/>
            </a:pPr>
            <a:r>
              <a:rPr lang="en-IN" sz="2000" dirty="0">
                <a:solidFill>
                  <a:schemeClr val="tx1"/>
                </a:solidFill>
              </a:rPr>
              <a:t> Recreational Services</a:t>
            </a:r>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471678"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Company products and services</a:t>
            </a:r>
          </a:p>
        </p:txBody>
      </p:sp>
      <p:pic>
        <p:nvPicPr>
          <p:cNvPr id="8" name="Picture 7">
            <a:extLst>
              <a:ext uri="{FF2B5EF4-FFF2-40B4-BE49-F238E27FC236}">
                <a16:creationId xmlns:a16="http://schemas.microsoft.com/office/drawing/2014/main" id="{8C030780-165E-4337-9E99-42A746056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825" y="967339"/>
            <a:ext cx="2286000" cy="2286000"/>
          </a:xfrm>
          <a:prstGeom prst="rect">
            <a:avLst/>
          </a:prstGeom>
        </p:spPr>
      </p:pic>
      <p:pic>
        <p:nvPicPr>
          <p:cNvPr id="10" name="Picture 9">
            <a:extLst>
              <a:ext uri="{FF2B5EF4-FFF2-40B4-BE49-F238E27FC236}">
                <a16:creationId xmlns:a16="http://schemas.microsoft.com/office/drawing/2014/main" id="{9522D2D4-B169-412A-BA45-957E2213E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166" y="3287988"/>
            <a:ext cx="2589196" cy="2857500"/>
          </a:xfrm>
          <a:prstGeom prst="rect">
            <a:avLst/>
          </a:prstGeom>
        </p:spPr>
      </p:pic>
    </p:spTree>
    <p:extLst>
      <p:ext uri="{BB962C8B-B14F-4D97-AF65-F5344CB8AC3E}">
        <p14:creationId xmlns:p14="http://schemas.microsoft.com/office/powerpoint/2010/main" val="81020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7</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7" y="192260"/>
            <a:ext cx="8523955"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Team/Department Overview</a:t>
            </a:r>
          </a:p>
        </p:txBody>
      </p:sp>
      <p:sp>
        <p:nvSpPr>
          <p:cNvPr id="9" name="TextBox 8">
            <a:extLst>
              <a:ext uri="{FF2B5EF4-FFF2-40B4-BE49-F238E27FC236}">
                <a16:creationId xmlns:a16="http://schemas.microsoft.com/office/drawing/2014/main" id="{87D6F6DF-CD52-40A1-BD42-63E106039827}"/>
              </a:ext>
            </a:extLst>
          </p:cNvPr>
          <p:cNvSpPr txBox="1"/>
          <p:nvPr/>
        </p:nvSpPr>
        <p:spPr>
          <a:xfrm>
            <a:off x="481263" y="1135781"/>
            <a:ext cx="6376737" cy="3266920"/>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IN" sz="2000" dirty="0">
                <a:cs typeface="Times New Roman" panose="02020603050405020304" pitchFamily="18" charset="0"/>
              </a:rPr>
              <a:t>CEO – K S </a:t>
            </a:r>
            <a:r>
              <a:rPr lang="en-IN" sz="2000" dirty="0" err="1">
                <a:cs typeface="Times New Roman" panose="02020603050405020304" pitchFamily="18" charset="0"/>
              </a:rPr>
              <a:t>Raghunandan</a:t>
            </a:r>
            <a:endParaRPr lang="en-IN" sz="2000" dirty="0">
              <a:cs typeface="Times New Roman" panose="02020603050405020304" pitchFamily="18" charset="0"/>
            </a:endParaRPr>
          </a:p>
          <a:p>
            <a:pPr marL="342900" indent="-342900">
              <a:lnSpc>
                <a:spcPct val="150000"/>
              </a:lnSpc>
              <a:buFont typeface="Wingdings" panose="05000000000000000000" pitchFamily="2" charset="2"/>
              <a:buChar char="q"/>
            </a:pPr>
            <a:r>
              <a:rPr lang="en-IN" sz="2000" dirty="0">
                <a:cs typeface="Times New Roman" panose="02020603050405020304" pitchFamily="18" charset="0"/>
              </a:rPr>
              <a:t>H R &amp; Admin – </a:t>
            </a:r>
            <a:r>
              <a:rPr lang="en-IN" sz="2000" dirty="0" err="1">
                <a:cs typeface="Times New Roman" panose="02020603050405020304" pitchFamily="18" charset="0"/>
              </a:rPr>
              <a:t>Shagufta</a:t>
            </a:r>
            <a:r>
              <a:rPr lang="en-IN" sz="2000" dirty="0">
                <a:cs typeface="Times New Roman" panose="02020603050405020304" pitchFamily="18" charset="0"/>
              </a:rPr>
              <a:t> Fatima</a:t>
            </a:r>
          </a:p>
          <a:p>
            <a:pPr marL="342900" indent="-342900">
              <a:lnSpc>
                <a:spcPct val="150000"/>
              </a:lnSpc>
              <a:buFont typeface="Wingdings" panose="05000000000000000000" pitchFamily="2" charset="2"/>
              <a:buChar char="q"/>
            </a:pPr>
            <a:r>
              <a:rPr lang="en-IN" sz="2000" dirty="0">
                <a:cs typeface="Times New Roman" panose="02020603050405020304" pitchFamily="18" charset="0"/>
              </a:rPr>
              <a:t>Technological Team Lead – Vinod patter</a:t>
            </a:r>
          </a:p>
          <a:p>
            <a:pPr marL="342900" indent="-342900">
              <a:lnSpc>
                <a:spcPct val="150000"/>
              </a:lnSpc>
              <a:buFont typeface="Wingdings" panose="05000000000000000000" pitchFamily="2" charset="2"/>
              <a:buChar char="q"/>
            </a:pPr>
            <a:r>
              <a:rPr lang="en-IN" sz="2000" dirty="0">
                <a:cs typeface="Times New Roman" panose="02020603050405020304" pitchFamily="18" charset="0"/>
              </a:rPr>
              <a:t>Software development Interns</a:t>
            </a:r>
          </a:p>
          <a:p>
            <a:pPr marL="342900" indent="-342900">
              <a:lnSpc>
                <a:spcPct val="150000"/>
              </a:lnSpc>
              <a:buFont typeface="Wingdings" panose="05000000000000000000" pitchFamily="2" charset="2"/>
              <a:buChar char="q"/>
            </a:pPr>
            <a:r>
              <a:rPr lang="en-IN" sz="2000" dirty="0">
                <a:cs typeface="Times New Roman" panose="02020603050405020304" pitchFamily="18" charset="0"/>
              </a:rPr>
              <a:t>Operations Head  - Omprakash</a:t>
            </a:r>
          </a:p>
          <a:p>
            <a:pPr marL="342900" indent="-342900">
              <a:lnSpc>
                <a:spcPct val="150000"/>
              </a:lnSpc>
              <a:buFont typeface="Wingdings" panose="05000000000000000000" pitchFamily="2" charset="2"/>
              <a:buChar char="q"/>
            </a:pPr>
            <a:r>
              <a:rPr lang="en-IN" sz="2000" dirty="0">
                <a:cs typeface="Times New Roman" panose="02020603050405020304" pitchFamily="18" charset="0"/>
              </a:rPr>
              <a:t>Operation Executive Head – Rajesh Rathod</a:t>
            </a:r>
          </a:p>
          <a:p>
            <a:pPr marL="342900" indent="-342900">
              <a:lnSpc>
                <a:spcPct val="150000"/>
              </a:lnSpc>
              <a:buFont typeface="Wingdings" panose="05000000000000000000" pitchFamily="2" charset="2"/>
              <a:buChar char="q"/>
            </a:pPr>
            <a:r>
              <a:rPr lang="en-IN" sz="2000" dirty="0">
                <a:cs typeface="Times New Roman" panose="02020603050405020304" pitchFamily="18" charset="0"/>
              </a:rPr>
              <a:t> Operational Executive Team Members</a:t>
            </a:r>
          </a:p>
        </p:txBody>
      </p:sp>
    </p:spTree>
    <p:extLst>
      <p:ext uri="{BB962C8B-B14F-4D97-AF65-F5344CB8AC3E}">
        <p14:creationId xmlns:p14="http://schemas.microsoft.com/office/powerpoint/2010/main" val="1366024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8</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454382"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Project Description</a:t>
            </a:r>
          </a:p>
        </p:txBody>
      </p:sp>
      <p:sp>
        <p:nvSpPr>
          <p:cNvPr id="7" name="Content Placeholder 2">
            <a:extLst>
              <a:ext uri="{FF2B5EF4-FFF2-40B4-BE49-F238E27FC236}">
                <a16:creationId xmlns:a16="http://schemas.microsoft.com/office/drawing/2014/main" id="{C8A977BE-6CFA-4A3E-8510-F6F9D9F2DE62}"/>
              </a:ext>
            </a:extLst>
          </p:cNvPr>
          <p:cNvSpPr txBox="1">
            <a:spLocks/>
          </p:cNvSpPr>
          <p:nvPr/>
        </p:nvSpPr>
        <p:spPr>
          <a:xfrm>
            <a:off x="433137" y="1135781"/>
            <a:ext cx="8372933" cy="417189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q"/>
            </a:pPr>
            <a:r>
              <a:rPr lang="en-IN" dirty="0">
                <a:solidFill>
                  <a:schemeClr val="tx1"/>
                </a:solidFill>
              </a:rPr>
              <a:t> Building websites in React JS, React Native and WordPress</a:t>
            </a:r>
          </a:p>
          <a:p>
            <a:pPr marL="342900" lvl="0" indent="-342900" algn="just">
              <a:lnSpc>
                <a:spcPct val="150000"/>
              </a:lnSpc>
              <a:buFont typeface="Wingdings" panose="05000000000000000000" pitchFamily="2" charset="2"/>
              <a:buChar char=""/>
            </a:pPr>
            <a:r>
              <a:rPr lang="en-IN" dirty="0">
                <a:solidFill>
                  <a:schemeClr val="tx1"/>
                </a:solidFill>
              </a:rPr>
              <a:t>Connecting the frontend to database using Laravel</a:t>
            </a:r>
          </a:p>
          <a:p>
            <a:pPr marL="342900" lvl="0" indent="-342900" algn="just">
              <a:lnSpc>
                <a:spcPct val="150000"/>
              </a:lnSpc>
              <a:buFont typeface="Wingdings" panose="05000000000000000000" pitchFamily="2" charset="2"/>
              <a:buChar char=""/>
            </a:pPr>
            <a:r>
              <a:rPr lang="en-IN" dirty="0">
                <a:solidFill>
                  <a:schemeClr val="tx1"/>
                </a:solidFill>
              </a:rPr>
              <a:t> </a:t>
            </a:r>
            <a:r>
              <a:rPr lang="en-US" dirty="0">
                <a:effectLst/>
                <a:ea typeface="Calibri" panose="020F0502020204030204" pitchFamily="34" charset="0"/>
                <a:cs typeface="Mangal" panose="02040503050203030202" pitchFamily="18" charset="0"/>
              </a:rPr>
              <a:t>Designing the UI of the website.</a:t>
            </a:r>
            <a:endParaRPr lang="en-IN" dirty="0">
              <a:effectLst/>
              <a:ea typeface="Calibri" panose="020F0502020204030204" pitchFamily="34" charset="0"/>
              <a:cs typeface="Mangal" panose="02040503050203030202" pitchFamily="18" charset="0"/>
            </a:endParaRPr>
          </a:p>
          <a:p>
            <a:pPr marL="342900" lvl="0" indent="-342900" algn="just">
              <a:lnSpc>
                <a:spcPct val="150000"/>
              </a:lnSpc>
              <a:buFont typeface="Wingdings" panose="05000000000000000000" pitchFamily="2" charset="2"/>
              <a:buChar char=""/>
            </a:pPr>
            <a:r>
              <a:rPr lang="en-US" dirty="0">
                <a:effectLst/>
                <a:ea typeface="Calibri" panose="020F0502020204030204" pitchFamily="34" charset="0"/>
                <a:cs typeface="Mangal" panose="02040503050203030202" pitchFamily="18" charset="0"/>
              </a:rPr>
              <a:t>Using different libraries to build dynamic charts in React JS</a:t>
            </a:r>
          </a:p>
          <a:p>
            <a:pPr marL="342900" lvl="0" indent="-342900" algn="just">
              <a:lnSpc>
                <a:spcPct val="150000"/>
              </a:lnSpc>
              <a:buFont typeface="Wingdings" panose="05000000000000000000" pitchFamily="2" charset="2"/>
              <a:buChar char=""/>
            </a:pPr>
            <a:r>
              <a:rPr lang="en-US" dirty="0">
                <a:ea typeface="Calibri" panose="020F0502020204030204" pitchFamily="34" charset="0"/>
                <a:cs typeface="Mangal" panose="02040503050203030202" pitchFamily="18" charset="0"/>
              </a:rPr>
              <a:t>Connecting to Google Fit API</a:t>
            </a:r>
            <a:endParaRPr lang="en-IN" dirty="0">
              <a:effectLst/>
              <a:ea typeface="Calibri" panose="020F0502020204030204" pitchFamily="34" charset="0"/>
              <a:cs typeface="Mangal" panose="02040503050203030202" pitchFamily="18" charset="0"/>
            </a:endParaRPr>
          </a:p>
          <a:p>
            <a:pPr algn="just">
              <a:buFont typeface="Wingdings" panose="05000000000000000000" pitchFamily="2" charset="2"/>
              <a:buChar char="q"/>
            </a:pPr>
            <a:endParaRPr lang="en-IN" dirty="0">
              <a:solidFill>
                <a:schemeClr val="tx1"/>
              </a:solidFill>
            </a:endParaRPr>
          </a:p>
          <a:p>
            <a:pPr algn="just">
              <a:buFont typeface="Wingdings" panose="05000000000000000000" pitchFamily="2" charset="2"/>
              <a:buChar char="q"/>
            </a:pPr>
            <a:endParaRPr lang="en-IN" dirty="0">
              <a:solidFill>
                <a:schemeClr val="tx1"/>
              </a:solidFill>
            </a:endParaRPr>
          </a:p>
        </p:txBody>
      </p:sp>
    </p:spTree>
    <p:extLst>
      <p:ext uri="{BB962C8B-B14F-4D97-AF65-F5344CB8AC3E}">
        <p14:creationId xmlns:p14="http://schemas.microsoft.com/office/powerpoint/2010/main" val="2788870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9</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474260"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Domain Details</a:t>
            </a:r>
          </a:p>
        </p:txBody>
      </p:sp>
      <p:sp>
        <p:nvSpPr>
          <p:cNvPr id="7" name="TextBox 6">
            <a:extLst>
              <a:ext uri="{FF2B5EF4-FFF2-40B4-BE49-F238E27FC236}">
                <a16:creationId xmlns:a16="http://schemas.microsoft.com/office/drawing/2014/main" id="{F5EBC8AB-57BF-421B-966B-2C5A840851C5}"/>
              </a:ext>
            </a:extLst>
          </p:cNvPr>
          <p:cNvSpPr txBox="1"/>
          <p:nvPr/>
        </p:nvSpPr>
        <p:spPr>
          <a:xfrm>
            <a:off x="644893" y="1222407"/>
            <a:ext cx="7998593" cy="4651915"/>
          </a:xfrm>
          <a:prstGeom prst="rect">
            <a:avLst/>
          </a:prstGeom>
          <a:noFill/>
        </p:spPr>
        <p:txBody>
          <a:bodyPr wrap="square">
            <a:spAutoFit/>
          </a:bodyPr>
          <a:lstStyle/>
          <a:p>
            <a:pPr marL="285750" lvl="1" indent="-285750" algn="just">
              <a:lnSpc>
                <a:spcPct val="150000"/>
              </a:lnSpc>
              <a:buClrTx/>
              <a:buFont typeface="Wingdings" panose="05000000000000000000" pitchFamily="2" charset="2"/>
              <a:buChar char="q"/>
            </a:pPr>
            <a:r>
              <a:rPr lang="en-US" sz="2000" b="0" i="0" dirty="0"/>
              <a:t>React (also known as React.js or ReactJS) is </a:t>
            </a:r>
            <a:r>
              <a:rPr lang="en-US" sz="2000" b="1" i="0" dirty="0"/>
              <a:t>a free and open-source front-end JavaScript library for building user interfaces based on UI components</a:t>
            </a:r>
            <a:r>
              <a:rPr lang="en-US" sz="2000" b="0" i="0" dirty="0"/>
              <a:t>. </a:t>
            </a:r>
          </a:p>
          <a:p>
            <a:pPr marL="285750" lvl="1" indent="-285750" algn="just">
              <a:lnSpc>
                <a:spcPct val="150000"/>
              </a:lnSpc>
              <a:buClrTx/>
              <a:buFont typeface="Wingdings" panose="05000000000000000000" pitchFamily="2" charset="2"/>
              <a:buChar char="q"/>
            </a:pPr>
            <a:r>
              <a:rPr lang="en-US" sz="2000" b="0" i="0" dirty="0">
                <a:effectLst/>
              </a:rPr>
              <a:t>React Native is </a:t>
            </a:r>
            <a:r>
              <a:rPr lang="en-US" sz="2000" b="1" i="0" dirty="0">
                <a:effectLst/>
              </a:rPr>
              <a:t>a JavaScript framework for writing real, natively rendering mobile applications for iOS and Android</a:t>
            </a:r>
            <a:r>
              <a:rPr lang="en-US" sz="2000" b="0" i="0" dirty="0">
                <a:effectLst/>
              </a:rPr>
              <a:t>. </a:t>
            </a:r>
          </a:p>
          <a:p>
            <a:pPr marL="285750" lvl="1" indent="-285750" algn="just">
              <a:lnSpc>
                <a:spcPct val="150000"/>
              </a:lnSpc>
              <a:buClrTx/>
              <a:buFont typeface="Wingdings" panose="05000000000000000000" pitchFamily="2" charset="2"/>
              <a:buChar char="q"/>
            </a:pPr>
            <a:r>
              <a:rPr lang="en-US" sz="2000" b="0" i="0" dirty="0">
                <a:effectLst/>
              </a:rPr>
              <a:t>WordPress (WP, WordPress.org) is </a:t>
            </a:r>
            <a:r>
              <a:rPr lang="en-US" sz="2000" b="1" i="0" dirty="0">
                <a:effectLst/>
              </a:rPr>
              <a:t>a free and open-source content management system (CMS) written in PHP and paired with a MySQL or MariaDB database</a:t>
            </a:r>
            <a:r>
              <a:rPr lang="en-US" sz="2000" b="0" i="0" dirty="0">
                <a:effectLst/>
              </a:rPr>
              <a:t>. </a:t>
            </a:r>
          </a:p>
          <a:p>
            <a:pPr marL="285750" lvl="1" indent="-285750" algn="just">
              <a:lnSpc>
                <a:spcPct val="150000"/>
              </a:lnSpc>
              <a:buClrTx/>
              <a:buFont typeface="Wingdings" panose="05000000000000000000" pitchFamily="2" charset="2"/>
              <a:buChar char="q"/>
            </a:pPr>
            <a:r>
              <a:rPr lang="en-US" sz="2000" b="0" i="0" dirty="0">
                <a:effectLst/>
              </a:rPr>
              <a:t>Laravel is </a:t>
            </a:r>
            <a:r>
              <a:rPr lang="en-US" sz="2000" b="1" i="0" dirty="0">
                <a:effectLst/>
              </a:rPr>
              <a:t>an open-source PHP framework, which is robust and easy to understand</a:t>
            </a:r>
            <a:r>
              <a:rPr lang="en-US" sz="2000" b="0" i="0" dirty="0">
                <a:effectLst/>
              </a:rPr>
              <a:t>. </a:t>
            </a:r>
            <a:endParaRPr lang="en-IN" sz="2000" dirty="0"/>
          </a:p>
        </p:txBody>
      </p:sp>
    </p:spTree>
    <p:extLst>
      <p:ext uri="{BB962C8B-B14F-4D97-AF65-F5344CB8AC3E}">
        <p14:creationId xmlns:p14="http://schemas.microsoft.com/office/powerpoint/2010/main" val="2814941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10</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494138"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lvl="1" algn="ctr" defTabSz="914400" rtl="0">
              <a:spcBef>
                <a:spcPct val="0"/>
              </a:spcBef>
            </a:pPr>
            <a:r>
              <a:rPr lang="en-IN" sz="3200" b="1" kern="1200" dirty="0">
                <a:solidFill>
                  <a:srgbClr val="000099"/>
                </a:solidFill>
                <a:latin typeface="+mj-lt"/>
                <a:ea typeface="+mj-ea"/>
                <a:cs typeface="+mj-cs"/>
              </a:rPr>
              <a:t>Technical skills acquired</a:t>
            </a:r>
          </a:p>
        </p:txBody>
      </p:sp>
      <p:sp>
        <p:nvSpPr>
          <p:cNvPr id="7" name="Content Placeholder 2">
            <a:extLst>
              <a:ext uri="{FF2B5EF4-FFF2-40B4-BE49-F238E27FC236}">
                <a16:creationId xmlns:a16="http://schemas.microsoft.com/office/drawing/2014/main" id="{BD8B8C42-89A5-4824-A0FD-D48A6E4CA06E}"/>
              </a:ext>
            </a:extLst>
          </p:cNvPr>
          <p:cNvSpPr txBox="1">
            <a:spLocks/>
          </p:cNvSpPr>
          <p:nvPr/>
        </p:nvSpPr>
        <p:spPr>
          <a:xfrm>
            <a:off x="540531" y="1278173"/>
            <a:ext cx="8305295"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lvl="1" indent="-342900">
              <a:lnSpc>
                <a:spcPct val="150000"/>
              </a:lnSpc>
              <a:buClrTx/>
              <a:buFont typeface="Wingdings" panose="05000000000000000000" pitchFamily="2" charset="2"/>
              <a:buChar char="q"/>
            </a:pPr>
            <a:r>
              <a:rPr lang="en-US" sz="2000" dirty="0">
                <a:solidFill>
                  <a:schemeClr val="tx1"/>
                </a:solidFill>
              </a:rPr>
              <a:t>R</a:t>
            </a:r>
            <a:r>
              <a:rPr lang="en-IN" sz="2000" dirty="0" err="1">
                <a:solidFill>
                  <a:schemeClr val="tx1"/>
                </a:solidFill>
              </a:rPr>
              <a:t>eact</a:t>
            </a:r>
            <a:r>
              <a:rPr lang="en-IN" sz="2000" dirty="0">
                <a:solidFill>
                  <a:schemeClr val="tx1"/>
                </a:solidFill>
              </a:rPr>
              <a:t> JS</a:t>
            </a:r>
          </a:p>
          <a:p>
            <a:pPr marL="342900" lvl="1" indent="-342900">
              <a:lnSpc>
                <a:spcPct val="150000"/>
              </a:lnSpc>
              <a:buClrTx/>
              <a:buFont typeface="Wingdings" panose="05000000000000000000" pitchFamily="2" charset="2"/>
              <a:buChar char="q"/>
            </a:pPr>
            <a:r>
              <a:rPr lang="en-IN" sz="2000" dirty="0">
                <a:solidFill>
                  <a:schemeClr val="tx1"/>
                </a:solidFill>
              </a:rPr>
              <a:t>WordPress</a:t>
            </a:r>
          </a:p>
          <a:p>
            <a:pPr marL="342900" lvl="1" indent="-342900">
              <a:lnSpc>
                <a:spcPct val="150000"/>
              </a:lnSpc>
              <a:buClrTx/>
              <a:buFont typeface="Wingdings" panose="05000000000000000000" pitchFamily="2" charset="2"/>
              <a:buChar char="q"/>
            </a:pPr>
            <a:r>
              <a:rPr lang="en-IN" sz="2000" dirty="0">
                <a:solidFill>
                  <a:schemeClr val="tx1"/>
                </a:solidFill>
              </a:rPr>
              <a:t>React Native</a:t>
            </a:r>
          </a:p>
          <a:p>
            <a:pPr marL="342900" lvl="1" indent="-342900">
              <a:lnSpc>
                <a:spcPct val="150000"/>
              </a:lnSpc>
              <a:buClrTx/>
              <a:buFont typeface="Wingdings" panose="05000000000000000000" pitchFamily="2" charset="2"/>
              <a:buChar char="q"/>
            </a:pPr>
            <a:r>
              <a:rPr lang="en-IN" sz="2000" dirty="0">
                <a:solidFill>
                  <a:schemeClr val="tx1"/>
                </a:solidFill>
              </a:rPr>
              <a:t>Laravel</a:t>
            </a:r>
          </a:p>
        </p:txBody>
      </p:sp>
    </p:spTree>
    <p:extLst>
      <p:ext uri="{BB962C8B-B14F-4D97-AF65-F5344CB8AC3E}">
        <p14:creationId xmlns:p14="http://schemas.microsoft.com/office/powerpoint/2010/main" val="771702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11</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7" y="192260"/>
            <a:ext cx="8553773"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Challenges faced</a:t>
            </a:r>
          </a:p>
        </p:txBody>
      </p:sp>
      <p:sp>
        <p:nvSpPr>
          <p:cNvPr id="8" name="Content Placeholder 2">
            <a:extLst>
              <a:ext uri="{FF2B5EF4-FFF2-40B4-BE49-F238E27FC236}">
                <a16:creationId xmlns:a16="http://schemas.microsoft.com/office/drawing/2014/main" id="{DE6ABDE5-B2AB-4BC6-9A5E-FA55C1DBB068}"/>
              </a:ext>
            </a:extLst>
          </p:cNvPr>
          <p:cNvSpPr txBox="1">
            <a:spLocks/>
          </p:cNvSpPr>
          <p:nvPr/>
        </p:nvSpPr>
        <p:spPr>
          <a:xfrm>
            <a:off x="512778" y="1318960"/>
            <a:ext cx="8231589"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buFont typeface="Wingdings" panose="05000000000000000000" pitchFamily="2" charset="2"/>
              <a:buChar char="q"/>
            </a:pPr>
            <a:r>
              <a:rPr lang="en-US" dirty="0">
                <a:solidFill>
                  <a:srgbClr val="333333"/>
                </a:solidFill>
                <a:latin typeface="hero-new"/>
              </a:rPr>
              <a:t> </a:t>
            </a:r>
            <a:r>
              <a:rPr lang="en-US" dirty="0">
                <a:solidFill>
                  <a:srgbClr val="333333"/>
                </a:solidFill>
              </a:rPr>
              <a:t>Co-ordination with the team</a:t>
            </a:r>
          </a:p>
          <a:p>
            <a:pPr algn="l">
              <a:buFont typeface="Wingdings" panose="05000000000000000000" pitchFamily="2" charset="2"/>
              <a:buChar char="q"/>
            </a:pPr>
            <a:r>
              <a:rPr lang="en-US" dirty="0">
                <a:solidFill>
                  <a:srgbClr val="333333"/>
                </a:solidFill>
              </a:rPr>
              <a:t> New Concepts – Getting updated with new technologies </a:t>
            </a:r>
          </a:p>
          <a:p>
            <a:pPr algn="l">
              <a:buFont typeface="Wingdings" panose="05000000000000000000" pitchFamily="2" charset="2"/>
              <a:buChar char="q"/>
            </a:pPr>
            <a:r>
              <a:rPr lang="en-US" dirty="0">
                <a:solidFill>
                  <a:srgbClr val="333333"/>
                </a:solidFill>
              </a:rPr>
              <a:t> Huge amount work was assigned</a:t>
            </a:r>
          </a:p>
          <a:p>
            <a:pPr algn="l">
              <a:buFont typeface="Wingdings" panose="05000000000000000000" pitchFamily="2" charset="2"/>
              <a:buChar char="q"/>
            </a:pPr>
            <a:r>
              <a:rPr lang="en-US" dirty="0">
                <a:solidFill>
                  <a:srgbClr val="333333"/>
                </a:solidFill>
              </a:rPr>
              <a:t> Lack of experience made certain task harder</a:t>
            </a:r>
          </a:p>
          <a:p>
            <a:pPr algn="l">
              <a:buFont typeface="Wingdings" panose="05000000000000000000" pitchFamily="2" charset="2"/>
              <a:buChar char="q"/>
            </a:pPr>
            <a:r>
              <a:rPr lang="en-US" dirty="0">
                <a:solidFill>
                  <a:srgbClr val="333333"/>
                </a:solidFill>
              </a:rPr>
              <a:t> Breaking down the assigned work into tangible task was difficult </a:t>
            </a:r>
          </a:p>
          <a:p>
            <a:pPr algn="l">
              <a:buFont typeface="Wingdings" panose="05000000000000000000" pitchFamily="2" charset="2"/>
              <a:buChar char="q"/>
            </a:pPr>
            <a:endParaRPr lang="en-US" b="0" i="0" dirty="0">
              <a:solidFill>
                <a:srgbClr val="333333"/>
              </a:solidFill>
              <a:effectLst/>
              <a:latin typeface="hero-new"/>
            </a:endParaRPr>
          </a:p>
          <a:p>
            <a:pPr algn="l">
              <a:buFont typeface="Wingdings" panose="05000000000000000000" pitchFamily="2" charset="2"/>
              <a:buChar char="q"/>
            </a:pPr>
            <a:endParaRPr lang="en-US" b="0" i="0" dirty="0">
              <a:solidFill>
                <a:srgbClr val="333333"/>
              </a:solidFill>
              <a:effectLst/>
              <a:latin typeface="hero-new"/>
            </a:endParaRPr>
          </a:p>
          <a:p>
            <a:pPr>
              <a:buFont typeface="Calibri" panose="020F0502020204030204" pitchFamily="34" charset="0"/>
              <a:buNone/>
            </a:pPr>
            <a:endParaRPr lang="en-IN" dirty="0">
              <a:solidFill>
                <a:schemeClr val="tx1"/>
              </a:solidFill>
            </a:endParaRPr>
          </a:p>
        </p:txBody>
      </p:sp>
    </p:spTree>
    <p:extLst>
      <p:ext uri="{BB962C8B-B14F-4D97-AF65-F5344CB8AC3E}">
        <p14:creationId xmlns:p14="http://schemas.microsoft.com/office/powerpoint/2010/main" val="617338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12</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7" y="192260"/>
            <a:ext cx="8434503"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lvl="1" algn="ctr" defTabSz="914400" rtl="0">
              <a:spcBef>
                <a:spcPct val="0"/>
              </a:spcBef>
            </a:pPr>
            <a:r>
              <a:rPr lang="en-IN" sz="3200" b="1" kern="1200" dirty="0">
                <a:solidFill>
                  <a:srgbClr val="000099"/>
                </a:solidFill>
                <a:latin typeface="+mj-lt"/>
                <a:ea typeface="+mj-ea"/>
                <a:cs typeface="+mj-cs"/>
              </a:rPr>
              <a:t>Soft Skills</a:t>
            </a:r>
          </a:p>
        </p:txBody>
      </p:sp>
      <p:sp>
        <p:nvSpPr>
          <p:cNvPr id="7" name="Content Placeholder 2">
            <a:extLst>
              <a:ext uri="{FF2B5EF4-FFF2-40B4-BE49-F238E27FC236}">
                <a16:creationId xmlns:a16="http://schemas.microsoft.com/office/drawing/2014/main" id="{B64079ED-7CC4-4661-88FF-0C9001F53273}"/>
              </a:ext>
            </a:extLst>
          </p:cNvPr>
          <p:cNvSpPr txBox="1">
            <a:spLocks/>
          </p:cNvSpPr>
          <p:nvPr/>
        </p:nvSpPr>
        <p:spPr>
          <a:xfrm>
            <a:off x="450541" y="1328898"/>
            <a:ext cx="8236793"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US" dirty="0">
                <a:solidFill>
                  <a:schemeClr val="tx1"/>
                </a:solidFill>
              </a:rPr>
              <a:t> T</a:t>
            </a:r>
            <a:r>
              <a:rPr lang="en-IN" dirty="0" err="1">
                <a:solidFill>
                  <a:schemeClr val="tx1"/>
                </a:solidFill>
              </a:rPr>
              <a:t>ime</a:t>
            </a:r>
            <a:r>
              <a:rPr lang="en-IN" dirty="0">
                <a:solidFill>
                  <a:schemeClr val="tx1"/>
                </a:solidFill>
              </a:rPr>
              <a:t> management</a:t>
            </a:r>
          </a:p>
          <a:p>
            <a:pPr>
              <a:buFont typeface="Wingdings" panose="05000000000000000000" pitchFamily="2" charset="2"/>
              <a:buChar char="q"/>
            </a:pPr>
            <a:r>
              <a:rPr lang="en-IN" dirty="0">
                <a:solidFill>
                  <a:schemeClr val="tx1"/>
                </a:solidFill>
              </a:rPr>
              <a:t> Team work</a:t>
            </a:r>
          </a:p>
          <a:p>
            <a:pPr>
              <a:buFont typeface="Wingdings" panose="05000000000000000000" pitchFamily="2" charset="2"/>
              <a:buChar char="q"/>
            </a:pPr>
            <a:r>
              <a:rPr lang="en-IN" dirty="0">
                <a:solidFill>
                  <a:schemeClr val="tx1"/>
                </a:solidFill>
              </a:rPr>
              <a:t> Communication</a:t>
            </a:r>
          </a:p>
          <a:p>
            <a:pPr>
              <a:buFont typeface="Wingdings" panose="05000000000000000000" pitchFamily="2" charset="2"/>
              <a:buChar char="q"/>
            </a:pPr>
            <a:r>
              <a:rPr lang="en-IN" dirty="0">
                <a:solidFill>
                  <a:schemeClr val="tx1"/>
                </a:solidFill>
              </a:rPr>
              <a:t> Creativity</a:t>
            </a:r>
          </a:p>
          <a:p>
            <a:pPr>
              <a:buFont typeface="Wingdings" panose="05000000000000000000" pitchFamily="2" charset="2"/>
              <a:buChar char="q"/>
            </a:pPr>
            <a:r>
              <a:rPr lang="en-IN" dirty="0">
                <a:solidFill>
                  <a:schemeClr val="tx1"/>
                </a:solidFill>
              </a:rPr>
              <a:t> Adaptability</a:t>
            </a:r>
          </a:p>
          <a:p>
            <a:pPr>
              <a:buFont typeface="Wingdings" panose="05000000000000000000" pitchFamily="2" charset="2"/>
              <a:buChar char="q"/>
            </a:pPr>
            <a:endParaRPr lang="en-IN" dirty="0">
              <a:solidFill>
                <a:schemeClr val="tx1"/>
              </a:solidFill>
            </a:endParaRPr>
          </a:p>
          <a:p>
            <a:pPr>
              <a:buFont typeface="Wingdings" panose="05000000000000000000" pitchFamily="2" charset="2"/>
              <a:buChar char="q"/>
            </a:pPr>
            <a:endParaRPr lang="en-IN" dirty="0">
              <a:solidFill>
                <a:schemeClr val="tx1"/>
              </a:solidFill>
            </a:endParaRPr>
          </a:p>
          <a:p>
            <a:pPr>
              <a:buFont typeface="Wingdings" panose="05000000000000000000" pitchFamily="2" charset="2"/>
              <a:buChar char="q"/>
            </a:pPr>
            <a:endParaRPr lang="en-IN" dirty="0">
              <a:solidFill>
                <a:schemeClr val="tx1"/>
              </a:solidFill>
            </a:endParaRPr>
          </a:p>
          <a:p>
            <a:pPr marL="0" indent="0">
              <a:buNone/>
            </a:pPr>
            <a:endParaRPr lang="en-IN" dirty="0">
              <a:solidFill>
                <a:schemeClr val="tx1"/>
              </a:solidFill>
            </a:endParaRPr>
          </a:p>
        </p:txBody>
      </p:sp>
    </p:spTree>
    <p:extLst>
      <p:ext uri="{BB962C8B-B14F-4D97-AF65-F5344CB8AC3E}">
        <p14:creationId xmlns:p14="http://schemas.microsoft.com/office/powerpoint/2010/main" val="1691040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13</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494138"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lvl="1" algn="ctr" defTabSz="914400"/>
            <a:r>
              <a:rPr lang="en-IN" sz="3200" b="1" kern="0" dirty="0">
                <a:solidFill>
                  <a:srgbClr val="000099"/>
                </a:solidFill>
                <a:latin typeface="+mj-lt"/>
              </a:rPr>
              <a:t>My Roles and responsibilities</a:t>
            </a:r>
          </a:p>
        </p:txBody>
      </p:sp>
      <p:sp>
        <p:nvSpPr>
          <p:cNvPr id="8" name="TextBox 7">
            <a:extLst>
              <a:ext uri="{FF2B5EF4-FFF2-40B4-BE49-F238E27FC236}">
                <a16:creationId xmlns:a16="http://schemas.microsoft.com/office/drawing/2014/main" id="{765DB5A7-3617-40CB-B47B-450C75F5B6C6}"/>
              </a:ext>
            </a:extLst>
          </p:cNvPr>
          <p:cNvSpPr txBox="1"/>
          <p:nvPr/>
        </p:nvSpPr>
        <p:spPr>
          <a:xfrm>
            <a:off x="471637" y="1145404"/>
            <a:ext cx="8374189" cy="4190250"/>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000" b="0" i="0" dirty="0">
                <a:effectLst/>
              </a:rPr>
              <a:t>The primary responsibility </a:t>
            </a:r>
            <a:r>
              <a:rPr lang="en-US" sz="2000" dirty="0"/>
              <a:t>was to </a:t>
            </a:r>
            <a:r>
              <a:rPr lang="en-US" sz="2000" b="1" i="0" dirty="0">
                <a:effectLst/>
              </a:rPr>
              <a:t>designing user interactions on websites, developing servers and databases for website functionality and coding for mobile platforms</a:t>
            </a:r>
            <a:r>
              <a:rPr lang="en-US" sz="2000" b="0" i="0" dirty="0">
                <a:effectLst/>
              </a:rPr>
              <a:t>. </a:t>
            </a:r>
          </a:p>
          <a:p>
            <a:pPr marL="342900" indent="-342900" algn="just">
              <a:lnSpc>
                <a:spcPct val="150000"/>
              </a:lnSpc>
              <a:buFont typeface="Wingdings" panose="05000000000000000000" pitchFamily="2" charset="2"/>
              <a:buChar char="q"/>
            </a:pPr>
            <a:r>
              <a:rPr lang="en-US" sz="2000" b="1" i="0" dirty="0">
                <a:effectLst/>
              </a:rPr>
              <a:t>Researching, designing, implementing, and managing software programs</a:t>
            </a:r>
            <a:r>
              <a:rPr lang="en-US" sz="2000" b="0" i="0" dirty="0">
                <a:effectLst/>
              </a:rPr>
              <a:t>.</a:t>
            </a:r>
          </a:p>
          <a:p>
            <a:pPr marL="342900" indent="-342900" algn="just">
              <a:lnSpc>
                <a:spcPct val="150000"/>
              </a:lnSpc>
              <a:buFont typeface="Wingdings" panose="05000000000000000000" pitchFamily="2" charset="2"/>
              <a:buChar char="q"/>
            </a:pPr>
            <a:r>
              <a:rPr lang="en-US" sz="2000" b="0" i="0" dirty="0">
                <a:effectLst/>
              </a:rPr>
              <a:t> Testing and evaluating new programs. </a:t>
            </a:r>
          </a:p>
          <a:p>
            <a:pPr marL="342900" indent="-342900" algn="just">
              <a:lnSpc>
                <a:spcPct val="150000"/>
              </a:lnSpc>
              <a:buFont typeface="Wingdings" panose="05000000000000000000" pitchFamily="2" charset="2"/>
              <a:buChar char="q"/>
            </a:pPr>
            <a:r>
              <a:rPr lang="en-US" sz="2000" b="0" i="0" dirty="0">
                <a:effectLst/>
              </a:rPr>
              <a:t>Identifying areas for modification in existing programs and subsequently developing these modifications. </a:t>
            </a:r>
          </a:p>
          <a:p>
            <a:pPr marL="342900" indent="-342900" algn="just">
              <a:lnSpc>
                <a:spcPct val="150000"/>
              </a:lnSpc>
              <a:buFont typeface="Wingdings" panose="05000000000000000000" pitchFamily="2" charset="2"/>
              <a:buChar char="q"/>
            </a:pPr>
            <a:r>
              <a:rPr lang="en-US" sz="2000" b="0" i="0" dirty="0">
                <a:effectLst/>
              </a:rPr>
              <a:t>Writing and implementing efficient code.</a:t>
            </a:r>
          </a:p>
        </p:txBody>
      </p:sp>
    </p:spTree>
    <p:extLst>
      <p:ext uri="{BB962C8B-B14F-4D97-AF65-F5344CB8AC3E}">
        <p14:creationId xmlns:p14="http://schemas.microsoft.com/office/powerpoint/2010/main" val="571157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14</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494138"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Results</a:t>
            </a:r>
          </a:p>
        </p:txBody>
      </p:sp>
      <p:sp>
        <p:nvSpPr>
          <p:cNvPr id="7" name="Content Placeholder 2">
            <a:extLst>
              <a:ext uri="{FF2B5EF4-FFF2-40B4-BE49-F238E27FC236}">
                <a16:creationId xmlns:a16="http://schemas.microsoft.com/office/drawing/2014/main" id="{429EB363-F7CD-4028-99B9-C71D18946EF4}"/>
              </a:ext>
            </a:extLst>
          </p:cNvPr>
          <p:cNvSpPr txBox="1">
            <a:spLocks/>
          </p:cNvSpPr>
          <p:nvPr/>
        </p:nvSpPr>
        <p:spPr>
          <a:xfrm>
            <a:off x="451079" y="1417320"/>
            <a:ext cx="8295356"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endParaRPr lang="en-IN" dirty="0">
              <a:solidFill>
                <a:schemeClr val="tx1"/>
              </a:solidFill>
            </a:endParaRPr>
          </a:p>
        </p:txBody>
      </p:sp>
      <p:pic>
        <p:nvPicPr>
          <p:cNvPr id="10" name="Picture 9">
            <a:extLst>
              <a:ext uri="{FF2B5EF4-FFF2-40B4-BE49-F238E27FC236}">
                <a16:creationId xmlns:a16="http://schemas.microsoft.com/office/drawing/2014/main" id="{67C7CF18-27A5-4532-A504-6D1EBA32A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8757" y="3565180"/>
            <a:ext cx="4117382" cy="2482703"/>
          </a:xfrm>
          <a:prstGeom prst="rect">
            <a:avLst/>
          </a:prstGeom>
        </p:spPr>
      </p:pic>
      <p:pic>
        <p:nvPicPr>
          <p:cNvPr id="12" name="Picture 11">
            <a:extLst>
              <a:ext uri="{FF2B5EF4-FFF2-40B4-BE49-F238E27FC236}">
                <a16:creationId xmlns:a16="http://schemas.microsoft.com/office/drawing/2014/main" id="{F00E4E90-3B64-4F2E-AE3A-327F0F802F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881" y="1042543"/>
            <a:ext cx="4000792" cy="2250445"/>
          </a:xfrm>
          <a:prstGeom prst="rect">
            <a:avLst/>
          </a:prstGeom>
        </p:spPr>
      </p:pic>
      <p:sp>
        <p:nvSpPr>
          <p:cNvPr id="11" name="TextBox 10">
            <a:extLst>
              <a:ext uri="{FF2B5EF4-FFF2-40B4-BE49-F238E27FC236}">
                <a16:creationId xmlns:a16="http://schemas.microsoft.com/office/drawing/2014/main" id="{F751C847-CA91-4493-A608-6E3473AF8AB0}"/>
              </a:ext>
            </a:extLst>
          </p:cNvPr>
          <p:cNvSpPr txBox="1"/>
          <p:nvPr/>
        </p:nvSpPr>
        <p:spPr>
          <a:xfrm>
            <a:off x="4655474" y="1905802"/>
            <a:ext cx="3448997" cy="400110"/>
          </a:xfrm>
          <a:prstGeom prst="rect">
            <a:avLst/>
          </a:prstGeom>
          <a:noFill/>
        </p:spPr>
        <p:txBody>
          <a:bodyPr wrap="square">
            <a:spAutoFit/>
          </a:bodyPr>
          <a:lstStyle/>
          <a:p>
            <a:r>
              <a:rPr lang="en-US" sz="2000" dirty="0"/>
              <a:t> Homepage using WordPress</a:t>
            </a:r>
            <a:endParaRPr lang="en-IN" sz="2000" dirty="0"/>
          </a:p>
        </p:txBody>
      </p:sp>
      <p:sp>
        <p:nvSpPr>
          <p:cNvPr id="13" name="TextBox 12">
            <a:extLst>
              <a:ext uri="{FF2B5EF4-FFF2-40B4-BE49-F238E27FC236}">
                <a16:creationId xmlns:a16="http://schemas.microsoft.com/office/drawing/2014/main" id="{0974B4C1-E0B3-421A-BE8C-A250981A1E69}"/>
              </a:ext>
            </a:extLst>
          </p:cNvPr>
          <p:cNvSpPr txBox="1"/>
          <p:nvPr/>
        </p:nvSpPr>
        <p:spPr>
          <a:xfrm>
            <a:off x="712269" y="2415743"/>
            <a:ext cx="2541070" cy="369332"/>
          </a:xfrm>
          <a:prstGeom prst="rect">
            <a:avLst/>
          </a:prstGeom>
          <a:noFill/>
        </p:spPr>
        <p:txBody>
          <a:bodyPr wrap="square">
            <a:spAutoFit/>
          </a:bodyPr>
          <a:lstStyle/>
          <a:p>
            <a:r>
              <a:rPr lang="en-US" b="0" i="0" dirty="0">
                <a:solidFill>
                  <a:srgbClr val="BDC1C6"/>
                </a:solidFill>
                <a:effectLst/>
                <a:latin typeface="arial" panose="020B0604020202020204" pitchFamily="34" charset="0"/>
              </a:rPr>
              <a:t>.</a:t>
            </a:r>
            <a:endParaRPr lang="en-IN" dirty="0"/>
          </a:p>
        </p:txBody>
      </p:sp>
      <p:sp>
        <p:nvSpPr>
          <p:cNvPr id="15" name="TextBox 14">
            <a:extLst>
              <a:ext uri="{FF2B5EF4-FFF2-40B4-BE49-F238E27FC236}">
                <a16:creationId xmlns:a16="http://schemas.microsoft.com/office/drawing/2014/main" id="{C9308CD1-57CF-49C9-B8B8-5032ABDAC27E}"/>
              </a:ext>
            </a:extLst>
          </p:cNvPr>
          <p:cNvSpPr txBox="1"/>
          <p:nvPr/>
        </p:nvSpPr>
        <p:spPr>
          <a:xfrm>
            <a:off x="1216018" y="4406421"/>
            <a:ext cx="5163954" cy="400110"/>
          </a:xfrm>
          <a:prstGeom prst="rect">
            <a:avLst/>
          </a:prstGeom>
          <a:noFill/>
        </p:spPr>
        <p:txBody>
          <a:bodyPr wrap="square">
            <a:spAutoFit/>
          </a:bodyPr>
          <a:lstStyle/>
          <a:p>
            <a:r>
              <a:rPr lang="en-US" sz="2000" dirty="0"/>
              <a:t>Chats using React JS</a:t>
            </a:r>
            <a:endParaRPr lang="en-IN" sz="2000" dirty="0"/>
          </a:p>
        </p:txBody>
      </p:sp>
      <p:sp>
        <p:nvSpPr>
          <p:cNvPr id="16" name="Arrow: Notched Right 15">
            <a:extLst>
              <a:ext uri="{FF2B5EF4-FFF2-40B4-BE49-F238E27FC236}">
                <a16:creationId xmlns:a16="http://schemas.microsoft.com/office/drawing/2014/main" id="{6571A25B-7142-4468-A4DD-19D33E5417C3}"/>
              </a:ext>
            </a:extLst>
          </p:cNvPr>
          <p:cNvSpPr/>
          <p:nvPr/>
        </p:nvSpPr>
        <p:spPr>
          <a:xfrm>
            <a:off x="3734603" y="4365126"/>
            <a:ext cx="712270" cy="44140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Left 16">
            <a:extLst>
              <a:ext uri="{FF2B5EF4-FFF2-40B4-BE49-F238E27FC236}">
                <a16:creationId xmlns:a16="http://schemas.microsoft.com/office/drawing/2014/main" id="{9EECD329-D47F-4AD5-9CD6-AD90243D0FEF}"/>
              </a:ext>
            </a:extLst>
          </p:cNvPr>
          <p:cNvSpPr/>
          <p:nvPr/>
        </p:nvSpPr>
        <p:spPr>
          <a:xfrm>
            <a:off x="5460764" y="2324089"/>
            <a:ext cx="747532" cy="352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9378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15</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7" y="192260"/>
            <a:ext cx="8533895"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Overall experience</a:t>
            </a:r>
          </a:p>
        </p:txBody>
      </p:sp>
      <p:sp>
        <p:nvSpPr>
          <p:cNvPr id="8" name="Content Placeholder 2">
            <a:extLst>
              <a:ext uri="{FF2B5EF4-FFF2-40B4-BE49-F238E27FC236}">
                <a16:creationId xmlns:a16="http://schemas.microsoft.com/office/drawing/2014/main" id="{DE85258D-1F1B-4602-8CAA-6F2D53F16C99}"/>
              </a:ext>
            </a:extLst>
          </p:cNvPr>
          <p:cNvSpPr txBox="1">
            <a:spLocks/>
          </p:cNvSpPr>
          <p:nvPr/>
        </p:nvSpPr>
        <p:spPr>
          <a:xfrm>
            <a:off x="566315" y="1269263"/>
            <a:ext cx="8125476"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IN" dirty="0">
                <a:solidFill>
                  <a:schemeClr val="tx1"/>
                </a:solidFill>
              </a:rPr>
              <a:t> Got exposed to IT field</a:t>
            </a:r>
          </a:p>
          <a:p>
            <a:pPr>
              <a:buFont typeface="Wingdings" panose="05000000000000000000" pitchFamily="2" charset="2"/>
              <a:buChar char="q"/>
            </a:pPr>
            <a:r>
              <a:rPr lang="en-IN" dirty="0">
                <a:solidFill>
                  <a:schemeClr val="tx1"/>
                </a:solidFill>
              </a:rPr>
              <a:t> </a:t>
            </a:r>
            <a:r>
              <a:rPr lang="en-IN" dirty="0">
                <a:effectLst/>
                <a:ea typeface="Calibri" panose="020F0502020204030204" pitchFamily="34" charset="0"/>
                <a:cs typeface="Mangal" panose="02040503050203030202" pitchFamily="18" charset="0"/>
              </a:rPr>
              <a:t>Became strong in React JS and GitHub</a:t>
            </a:r>
            <a:endParaRPr lang="en-IN" dirty="0">
              <a:solidFill>
                <a:schemeClr val="tx1"/>
              </a:solidFill>
            </a:endParaRPr>
          </a:p>
          <a:p>
            <a:pPr>
              <a:buFont typeface="Wingdings" panose="05000000000000000000" pitchFamily="2" charset="2"/>
              <a:buChar char="q"/>
            </a:pPr>
            <a:r>
              <a:rPr lang="en-IN" dirty="0">
                <a:solidFill>
                  <a:schemeClr val="tx1"/>
                </a:solidFill>
              </a:rPr>
              <a:t> Learnt people and time management</a:t>
            </a:r>
          </a:p>
          <a:p>
            <a:pPr>
              <a:buFont typeface="Wingdings" panose="05000000000000000000" pitchFamily="2" charset="2"/>
              <a:buChar char="q"/>
            </a:pPr>
            <a:r>
              <a:rPr lang="en-IN" dirty="0">
                <a:effectLst/>
                <a:ea typeface="Calibri" panose="020F0502020204030204" pitchFamily="34" charset="0"/>
                <a:cs typeface="Mangal" panose="02040503050203030202" pitchFamily="18" charset="0"/>
              </a:rPr>
              <a:t> Exposed to new skills like React Native, Laravel and WordPress</a:t>
            </a:r>
          </a:p>
          <a:p>
            <a:pPr marL="0" indent="0">
              <a:buNone/>
            </a:pPr>
            <a:endParaRPr lang="en-IN" dirty="0">
              <a:effectLst/>
              <a:ea typeface="Calibri" panose="020F0502020204030204" pitchFamily="34" charset="0"/>
              <a:cs typeface="Mangal" panose="02040503050203030202" pitchFamily="18" charset="0"/>
            </a:endParaRPr>
          </a:p>
          <a:p>
            <a:pPr marL="0" indent="0">
              <a:buNone/>
            </a:pPr>
            <a:endParaRPr lang="en-IN" dirty="0">
              <a:solidFill>
                <a:schemeClr val="tx1"/>
              </a:solidFill>
            </a:endParaRPr>
          </a:p>
          <a:p>
            <a:pPr>
              <a:buFont typeface="Wingdings" panose="05000000000000000000" pitchFamily="2" charset="2"/>
              <a:buChar char="q"/>
            </a:pPr>
            <a:endParaRPr lang="en-IN" dirty="0">
              <a:solidFill>
                <a:schemeClr val="tx1"/>
              </a:solidFill>
            </a:endParaRPr>
          </a:p>
        </p:txBody>
      </p:sp>
    </p:spTree>
    <p:extLst>
      <p:ext uri="{BB962C8B-B14F-4D97-AF65-F5344CB8AC3E}">
        <p14:creationId xmlns:p14="http://schemas.microsoft.com/office/powerpoint/2010/main" val="533619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16</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7" y="350874"/>
            <a:ext cx="8504077" cy="639188"/>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Conclusion</a:t>
            </a:r>
          </a:p>
        </p:txBody>
      </p:sp>
      <p:sp>
        <p:nvSpPr>
          <p:cNvPr id="8" name="Content Placeholder 2">
            <a:extLst>
              <a:ext uri="{FF2B5EF4-FFF2-40B4-BE49-F238E27FC236}">
                <a16:creationId xmlns:a16="http://schemas.microsoft.com/office/drawing/2014/main" id="{DE85258D-1F1B-4602-8CAA-6F2D53F16C99}"/>
              </a:ext>
            </a:extLst>
          </p:cNvPr>
          <p:cNvSpPr txBox="1">
            <a:spLocks/>
          </p:cNvSpPr>
          <p:nvPr/>
        </p:nvSpPr>
        <p:spPr>
          <a:xfrm>
            <a:off x="223284" y="1031357"/>
            <a:ext cx="8814390" cy="490160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en-US" dirty="0">
                <a:effectLst/>
                <a:ea typeface="Calibri" panose="020F0502020204030204" pitchFamily="34" charset="0"/>
                <a:cs typeface="Mangal" panose="02040503050203030202" pitchFamily="18" charset="0"/>
              </a:rPr>
              <a:t>An internship is a professional learning experience that offers meaningful, practical work related to a student’s field of study or career interest. An internship gives a student the opportunity for career exploration and development, and to learn new skills. It offers the employer the opportunity to bring new ideas and energy into the workplace, develop talent and potentially build a pipeline for future full-time employees. </a:t>
            </a:r>
          </a:p>
          <a:p>
            <a:pPr algn="just">
              <a:lnSpc>
                <a:spcPct val="100000"/>
              </a:lnSpc>
            </a:pPr>
            <a:r>
              <a:rPr lang="en-US" dirty="0">
                <a:effectLst/>
                <a:ea typeface="Calibri" panose="020F0502020204030204" pitchFamily="34" charset="0"/>
                <a:cs typeface="Mangal" panose="02040503050203030202" pitchFamily="18" charset="0"/>
              </a:rPr>
              <a:t>It was great working with </a:t>
            </a:r>
            <a:r>
              <a:rPr lang="en-US" dirty="0" err="1">
                <a:effectLst/>
                <a:ea typeface="Calibri" panose="020F0502020204030204" pitchFamily="34" charset="0"/>
                <a:cs typeface="Mangal" panose="02040503050203030202" pitchFamily="18" charset="0"/>
              </a:rPr>
              <a:t>EldersIndia</a:t>
            </a:r>
            <a:r>
              <a:rPr lang="en-US" dirty="0">
                <a:effectLst/>
                <a:ea typeface="Calibri" panose="020F0502020204030204" pitchFamily="34" charset="0"/>
                <a:cs typeface="Mangal" panose="02040503050203030202" pitchFamily="18" charset="0"/>
              </a:rPr>
              <a:t> which indirectly helped me serve our nation. </a:t>
            </a:r>
            <a:endParaRPr lang="en-IN" dirty="0">
              <a:effectLst/>
              <a:ea typeface="Calibri" panose="020F0502020204030204" pitchFamily="34" charset="0"/>
              <a:cs typeface="Mangal" panose="02040503050203030202" pitchFamily="18" charset="0"/>
            </a:endParaRPr>
          </a:p>
          <a:p>
            <a:pPr marL="342900" lvl="0" indent="-342900" algn="just">
              <a:lnSpc>
                <a:spcPct val="100000"/>
              </a:lnSpc>
              <a:buFont typeface="Wingdings" panose="05000000000000000000" pitchFamily="2" charset="2"/>
              <a:buChar char=""/>
            </a:pPr>
            <a:r>
              <a:rPr lang="en-IN" dirty="0">
                <a:effectLst/>
                <a:ea typeface="Calibri" panose="020F0502020204030204" pitchFamily="34" charset="0"/>
                <a:cs typeface="Mangal" panose="02040503050203030202" pitchFamily="18" charset="0"/>
              </a:rPr>
              <a:t>I became strong in React JS </a:t>
            </a:r>
          </a:p>
          <a:p>
            <a:pPr marL="342900" lvl="0" indent="-342900" algn="just">
              <a:lnSpc>
                <a:spcPct val="100000"/>
              </a:lnSpc>
              <a:buFont typeface="Wingdings" panose="05000000000000000000" pitchFamily="2" charset="2"/>
              <a:buChar char=""/>
            </a:pPr>
            <a:r>
              <a:rPr lang="en-IN" dirty="0">
                <a:effectLst/>
                <a:ea typeface="Calibri" panose="020F0502020204030204" pitchFamily="34" charset="0"/>
                <a:cs typeface="Mangal" panose="02040503050203030202" pitchFamily="18" charset="0"/>
              </a:rPr>
              <a:t>Usage of GitHub.</a:t>
            </a:r>
          </a:p>
          <a:p>
            <a:pPr marL="342900" lvl="0" indent="-342900" algn="just">
              <a:lnSpc>
                <a:spcPct val="100000"/>
              </a:lnSpc>
              <a:buFont typeface="Wingdings" panose="05000000000000000000" pitchFamily="2" charset="2"/>
              <a:buChar char=""/>
              <a:tabLst>
                <a:tab pos="457200" algn="l"/>
              </a:tabLst>
            </a:pPr>
            <a:r>
              <a:rPr lang="en-IN" dirty="0">
                <a:effectLst/>
                <a:ea typeface="Calibri" panose="020F0502020204030204" pitchFamily="34" charset="0"/>
                <a:cs typeface="Mangal" panose="02040503050203030202" pitchFamily="18" charset="0"/>
              </a:rPr>
              <a:t>Got explore to React Native, Laravel and WordPress</a:t>
            </a:r>
          </a:p>
          <a:p>
            <a:pPr algn="just">
              <a:lnSpc>
                <a:spcPct val="100000"/>
              </a:lnSpc>
            </a:pPr>
            <a:r>
              <a:rPr lang="en-US" dirty="0">
                <a:effectLst/>
                <a:ea typeface="Calibri" panose="020F0502020204030204" pitchFamily="34" charset="0"/>
                <a:cs typeface="Mangal" panose="02040503050203030202" pitchFamily="18" charset="0"/>
              </a:rPr>
              <a:t>Also there were a lot of challenges which I could overcome successfully.</a:t>
            </a:r>
            <a:endParaRPr lang="en-IN" dirty="0">
              <a:effectLst/>
              <a:ea typeface="Calibri" panose="020F0502020204030204" pitchFamily="34" charset="0"/>
              <a:cs typeface="Mangal" panose="02040503050203030202" pitchFamily="18" charset="0"/>
            </a:endParaRPr>
          </a:p>
          <a:p>
            <a:pPr marL="0" indent="0">
              <a:buNone/>
            </a:pPr>
            <a:endParaRPr lang="en-IN" dirty="0">
              <a:solidFill>
                <a:schemeClr val="tx1"/>
              </a:solidFill>
            </a:endParaRPr>
          </a:p>
        </p:txBody>
      </p:sp>
    </p:spTree>
    <p:extLst>
      <p:ext uri="{BB962C8B-B14F-4D97-AF65-F5344CB8AC3E}">
        <p14:creationId xmlns:p14="http://schemas.microsoft.com/office/powerpoint/2010/main" val="4287170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E083E-142F-4202-ADCD-09BC02BD2AD4}"/>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A74EDC62-71E4-4B6C-B055-14334C00BB11}"/>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ED0CCCAB-4DBB-4D5E-873F-7977BEC7E8DA}"/>
              </a:ext>
            </a:extLst>
          </p:cNvPr>
          <p:cNvSpPr>
            <a:spLocks noGrp="1"/>
          </p:cNvSpPr>
          <p:nvPr>
            <p:ph type="sldNum" sz="quarter" idx="4"/>
          </p:nvPr>
        </p:nvSpPr>
        <p:spPr/>
        <p:txBody>
          <a:bodyPr/>
          <a:lstStyle/>
          <a:p>
            <a:fld id="{1A772BD4-ECE9-429A-A11F-463A700B2747}" type="slidenum">
              <a:rPr lang="en-US" smtClean="0"/>
              <a:pPr/>
              <a:t>17</a:t>
            </a:fld>
            <a:endParaRPr lang="en-US" dirty="0"/>
          </a:p>
        </p:txBody>
      </p:sp>
      <p:sp>
        <p:nvSpPr>
          <p:cNvPr id="6" name="Title 1">
            <a:extLst>
              <a:ext uri="{FF2B5EF4-FFF2-40B4-BE49-F238E27FC236}">
                <a16:creationId xmlns:a16="http://schemas.microsoft.com/office/drawing/2014/main" id="{2D3D96CD-9427-4822-B9B7-35E706B0331C}"/>
              </a:ext>
            </a:extLst>
          </p:cNvPr>
          <p:cNvSpPr txBox="1">
            <a:spLocks/>
          </p:cNvSpPr>
          <p:nvPr/>
        </p:nvSpPr>
        <p:spPr>
          <a:xfrm>
            <a:off x="351688" y="192260"/>
            <a:ext cx="8543834" cy="6178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200" b="1" dirty="0">
                <a:solidFill>
                  <a:srgbClr val="000099"/>
                </a:solidFill>
              </a:rPr>
              <a:t>References</a:t>
            </a:r>
          </a:p>
        </p:txBody>
      </p:sp>
      <p:sp>
        <p:nvSpPr>
          <p:cNvPr id="5" name="TextBox 4">
            <a:extLst>
              <a:ext uri="{FF2B5EF4-FFF2-40B4-BE49-F238E27FC236}">
                <a16:creationId xmlns:a16="http://schemas.microsoft.com/office/drawing/2014/main" id="{DD4F0859-BD3F-40E2-AA3A-4D83A75EA1A9}"/>
              </a:ext>
            </a:extLst>
          </p:cNvPr>
          <p:cNvSpPr txBox="1"/>
          <p:nvPr/>
        </p:nvSpPr>
        <p:spPr>
          <a:xfrm>
            <a:off x="250258" y="962526"/>
            <a:ext cx="8645264" cy="5026954"/>
          </a:xfrm>
          <a:prstGeom prst="rect">
            <a:avLst/>
          </a:prstGeom>
          <a:noFill/>
        </p:spPr>
        <p:txBody>
          <a:bodyPr wrap="square" rtlCol="0">
            <a:spAutoFit/>
          </a:bodyPr>
          <a:lstStyle/>
          <a:p>
            <a:pPr>
              <a:lnSpc>
                <a:spcPct val="150000"/>
              </a:lnSpc>
            </a:pPr>
            <a:r>
              <a:rPr lang="en-US" dirty="0"/>
              <a:t>[1] http://ijrra.net/Vol5issue1/IJRRA-05-01-27.pdf</a:t>
            </a:r>
          </a:p>
          <a:p>
            <a:pPr>
              <a:lnSpc>
                <a:spcPct val="150000"/>
              </a:lnSpc>
            </a:pPr>
            <a:r>
              <a:rPr lang="en-US" dirty="0"/>
              <a:t>[2] https://ieeexplore.ieee.org/abstract/document/9141070</a:t>
            </a:r>
          </a:p>
          <a:p>
            <a:pPr>
              <a:lnSpc>
                <a:spcPct val="150000"/>
              </a:lnSpc>
            </a:pPr>
            <a:r>
              <a:rPr lang="en-US" dirty="0"/>
              <a:t>[3] https://ijisrt.com/assets/upload/files/IJISRT20NOV485.pdf</a:t>
            </a:r>
          </a:p>
          <a:p>
            <a:pPr>
              <a:lnSpc>
                <a:spcPct val="150000"/>
              </a:lnSpc>
            </a:pPr>
            <a:r>
              <a:rPr lang="en-US" dirty="0"/>
              <a:t>[4] https://www.eldersindia.com/</a:t>
            </a:r>
          </a:p>
          <a:p>
            <a:pPr>
              <a:lnSpc>
                <a:spcPct val="150000"/>
              </a:lnSpc>
            </a:pPr>
            <a:r>
              <a:rPr lang="en-US" dirty="0"/>
              <a:t>[5] </a:t>
            </a:r>
            <a:r>
              <a:rPr kumimoji="0" lang="en-US" altLang="en-US" b="0" i="0" u="none" strike="noStrike" cap="none" normalizeH="0" baseline="0" dirty="0">
                <a:ln>
                  <a:noFill/>
                </a:ln>
                <a:effectLst/>
                <a:cs typeface="Arial" panose="020B0604020202020204" pitchFamily="34" charset="0"/>
              </a:rPr>
              <a:t>https://medium.com/@kimtnguyen/relational-database-schema-design-overview-70e447ff66f9</a:t>
            </a:r>
            <a:r>
              <a:rPr kumimoji="0" lang="en-US" altLang="en-US" b="0" i="0" u="none" strike="noStrike" cap="none" normalizeH="0" baseline="0" dirty="0">
                <a:ln>
                  <a:noFill/>
                </a:ln>
                <a:effectLst/>
              </a:rPr>
              <a:t> </a:t>
            </a:r>
          </a:p>
          <a:p>
            <a:pPr>
              <a:lnSpc>
                <a:spcPct val="150000"/>
              </a:lnSpc>
            </a:pPr>
            <a:r>
              <a:rPr lang="en-US" dirty="0"/>
              <a:t>[6] </a:t>
            </a:r>
            <a:r>
              <a:rPr kumimoji="0" lang="en-US" altLang="en-US" b="0" i="0" u="none" strike="noStrike" cap="none" normalizeH="0" baseline="0" dirty="0">
                <a:ln>
                  <a:noFill/>
                </a:ln>
                <a:effectLst/>
                <a:cs typeface="Arial" panose="020B0604020202020204" pitchFamily="34" charset="0"/>
              </a:rPr>
              <a:t>https://bestofreactjs.com/repo/OvalMoney-react-native-fitness-react-react-integration</a:t>
            </a:r>
            <a:r>
              <a:rPr kumimoji="0" lang="en-US" altLang="en-US" b="0" i="0" u="none" strike="noStrike" cap="none" normalizeH="0" baseline="0" dirty="0">
                <a:ln>
                  <a:noFill/>
                </a:ln>
                <a:effectLst/>
              </a:rPr>
              <a:t> </a:t>
            </a:r>
          </a:p>
          <a:p>
            <a:pPr>
              <a:lnSpc>
                <a:spcPct val="150000"/>
              </a:lnSpc>
            </a:pPr>
            <a:r>
              <a:rPr lang="en-US" dirty="0"/>
              <a:t>[7] </a:t>
            </a:r>
            <a:r>
              <a:rPr kumimoji="0" lang="en-US" altLang="en-US" b="0" i="0" u="none" strike="noStrike" cap="none" normalizeH="0" baseline="0" dirty="0">
                <a:ln>
                  <a:noFill/>
                </a:ln>
                <a:effectLst/>
                <a:cs typeface="Arial" panose="020B0604020202020204" pitchFamily="34" charset="0"/>
              </a:rPr>
              <a:t>https://restfulapi.net/http-status-codes</a:t>
            </a:r>
          </a:p>
          <a:p>
            <a:pPr>
              <a:lnSpc>
                <a:spcPct val="150000"/>
              </a:lnSpc>
            </a:pPr>
            <a:r>
              <a:rPr lang="en-US" dirty="0">
                <a:cs typeface="Arial" panose="020B0604020202020204" pitchFamily="34" charset="0"/>
              </a:rPr>
              <a:t>[8] https://link.springer.com/chapter/10.1007/978-1-4842-1245-5_1</a:t>
            </a:r>
          </a:p>
          <a:p>
            <a:pPr>
              <a:lnSpc>
                <a:spcPct val="150000"/>
              </a:lnSpc>
            </a:pPr>
            <a:r>
              <a:rPr lang="en-US" dirty="0">
                <a:cs typeface="Arial" panose="020B0604020202020204" pitchFamily="34" charset="0"/>
              </a:rPr>
              <a:t>[9] https://ieeexplore.ieee.org/abstract/document/8869134</a:t>
            </a:r>
          </a:p>
          <a:p>
            <a:pPr>
              <a:lnSpc>
                <a:spcPct val="150000"/>
              </a:lnSpc>
            </a:pPr>
            <a:r>
              <a:rPr lang="en-US" dirty="0">
                <a:cs typeface="Arial" panose="020B0604020202020204" pitchFamily="34" charset="0"/>
              </a:rPr>
              <a:t>[10] https://ieeexplore.ieee.org/abstract/document/8263583</a:t>
            </a:r>
            <a:endParaRPr lang="en-US" dirty="0"/>
          </a:p>
        </p:txBody>
      </p:sp>
      <p:sp>
        <p:nvSpPr>
          <p:cNvPr id="9" name="Rectangle 3">
            <a:extLst>
              <a:ext uri="{FF2B5EF4-FFF2-40B4-BE49-F238E27FC236}">
                <a16:creationId xmlns:a16="http://schemas.microsoft.com/office/drawing/2014/main" id="{28584319-7A76-4376-9436-F6092A8DCBBD}"/>
              </a:ext>
            </a:extLst>
          </p:cNvPr>
          <p:cNvSpPr>
            <a:spLocks noChangeArrowheads="1"/>
          </p:cNvSpPr>
          <p:nvPr/>
        </p:nvSpPr>
        <p:spPr bwMode="auto">
          <a:xfrm>
            <a:off x="0" y="-184666"/>
            <a:ext cx="914400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3">
            <a:extLst>
              <a:ext uri="{FF2B5EF4-FFF2-40B4-BE49-F238E27FC236}">
                <a16:creationId xmlns:a16="http://schemas.microsoft.com/office/drawing/2014/main" id="{94A49804-910B-4C03-966D-6F7FB0B553D4}"/>
              </a:ext>
            </a:extLst>
          </p:cNvPr>
          <p:cNvSpPr>
            <a:spLocks noChangeArrowheads="1"/>
          </p:cNvSpPr>
          <p:nvPr/>
        </p:nvSpPr>
        <p:spPr bwMode="auto">
          <a:xfrm>
            <a:off x="0" y="-184666"/>
            <a:ext cx="914400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2112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CE9486-677E-4A1E-AE22-B95CA26ACC3F}"/>
              </a:ext>
            </a:extLst>
          </p:cNvPr>
          <p:cNvSpPr>
            <a:spLocks noGrp="1"/>
          </p:cNvSpPr>
          <p:nvPr>
            <p:ph type="dt" sz="half" idx="2"/>
          </p:nvPr>
        </p:nvSpPr>
        <p:spPr/>
        <p:txBody>
          <a:bodyPr/>
          <a:lstStyle/>
          <a:p>
            <a:r>
              <a:rPr lang="en-US"/>
              <a:t>GAT, Dept. of CSE, 2021-22</a:t>
            </a:r>
            <a:endParaRPr lang="en-US" dirty="0"/>
          </a:p>
        </p:txBody>
      </p:sp>
      <p:sp>
        <p:nvSpPr>
          <p:cNvPr id="3" name="Footer Placeholder 2">
            <a:extLst>
              <a:ext uri="{FF2B5EF4-FFF2-40B4-BE49-F238E27FC236}">
                <a16:creationId xmlns:a16="http://schemas.microsoft.com/office/drawing/2014/main" id="{9B75A44D-1582-4CBC-8B33-63A5CE677328}"/>
              </a:ext>
            </a:extLst>
          </p:cNvPr>
          <p:cNvSpPr>
            <a:spLocks noGrp="1"/>
          </p:cNvSpPr>
          <p:nvPr>
            <p:ph type="ftr" sz="quarter" idx="3"/>
          </p:nvPr>
        </p:nvSpPr>
        <p:spPr/>
        <p:txBody>
          <a:bodyPr/>
          <a:lstStyle/>
          <a:p>
            <a:r>
              <a:rPr lang="en-US"/>
              <a:t>Internship (18CSI85)</a:t>
            </a:r>
            <a:endParaRPr lang="en-US" dirty="0"/>
          </a:p>
        </p:txBody>
      </p:sp>
      <p:sp>
        <p:nvSpPr>
          <p:cNvPr id="4" name="Slide Number Placeholder 3">
            <a:extLst>
              <a:ext uri="{FF2B5EF4-FFF2-40B4-BE49-F238E27FC236}">
                <a16:creationId xmlns:a16="http://schemas.microsoft.com/office/drawing/2014/main" id="{3215E812-2264-4343-AA8E-2579A26DF98E}"/>
              </a:ext>
            </a:extLst>
          </p:cNvPr>
          <p:cNvSpPr>
            <a:spLocks noGrp="1"/>
          </p:cNvSpPr>
          <p:nvPr>
            <p:ph type="sldNum" sz="quarter" idx="4"/>
          </p:nvPr>
        </p:nvSpPr>
        <p:spPr/>
        <p:txBody>
          <a:bodyPr/>
          <a:lstStyle/>
          <a:p>
            <a:fld id="{1A772BD4-ECE9-429A-A11F-463A700B2747}" type="slidenum">
              <a:rPr lang="en-US" smtClean="0"/>
              <a:pPr/>
              <a:t>18</a:t>
            </a:fld>
            <a:endParaRPr lang="en-US" dirty="0"/>
          </a:p>
        </p:txBody>
      </p:sp>
      <p:sp>
        <p:nvSpPr>
          <p:cNvPr id="5" name="Title 1">
            <a:extLst>
              <a:ext uri="{FF2B5EF4-FFF2-40B4-BE49-F238E27FC236}">
                <a16:creationId xmlns:a16="http://schemas.microsoft.com/office/drawing/2014/main" id="{75E135DC-66CB-46D5-B8BE-16165E58DE5B}"/>
              </a:ext>
            </a:extLst>
          </p:cNvPr>
          <p:cNvSpPr txBox="1">
            <a:spLocks/>
          </p:cNvSpPr>
          <p:nvPr/>
        </p:nvSpPr>
        <p:spPr>
          <a:xfrm>
            <a:off x="514253" y="2902226"/>
            <a:ext cx="8229600" cy="52677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600" b="1" dirty="0">
                <a:solidFill>
                  <a:srgbClr val="000099"/>
                </a:solidFill>
              </a:rPr>
              <a:t>Thank you</a:t>
            </a:r>
          </a:p>
        </p:txBody>
      </p:sp>
    </p:spTree>
    <p:extLst>
      <p:ext uri="{BB962C8B-B14F-4D97-AF65-F5344CB8AC3E}">
        <p14:creationId xmlns:p14="http://schemas.microsoft.com/office/powerpoint/2010/main" val="2815085007"/>
      </p:ext>
    </p:extLst>
  </p:cSld>
  <p:clrMapOvr>
    <a:masterClrMapping/>
  </p:clrMapOvr>
</p:sld>
</file>

<file path=ppt/theme/theme1.xml><?xml version="1.0" encoding="utf-8"?>
<a:theme xmlns:a="http://schemas.openxmlformats.org/drawingml/2006/main" name="Retrospect">
  <a:themeElements>
    <a:clrScheme name="Custom 22">
      <a:dk1>
        <a:sysClr val="windowText" lastClr="000000"/>
      </a:dk1>
      <a:lt1>
        <a:sysClr val="window" lastClr="FFFFFF"/>
      </a:lt1>
      <a:dk2>
        <a:srgbClr val="FFFFFF"/>
      </a:dk2>
      <a:lt2>
        <a:srgbClr val="B4DCFA"/>
      </a:lt2>
      <a:accent1>
        <a:srgbClr val="4E67C8"/>
      </a:accent1>
      <a:accent2>
        <a:srgbClr val="5ECCF3"/>
      </a:accent2>
      <a:accent3>
        <a:srgbClr val="00B0F0"/>
      </a:accent3>
      <a:accent4>
        <a:srgbClr val="5DCEAF"/>
      </a:accent4>
      <a:accent5>
        <a:srgbClr val="FF8021"/>
      </a:accent5>
      <a:accent6>
        <a:srgbClr val="F14124"/>
      </a:accent6>
      <a:hlink>
        <a:srgbClr val="56C7AA"/>
      </a:hlink>
      <a:folHlink>
        <a:srgbClr val="59A8D1"/>
      </a:folHlink>
    </a:clrScheme>
    <a:fontScheme name="Custom 2">
      <a:majorFont>
        <a:latin typeface="Cambria"/>
        <a:ea typeface=""/>
        <a:cs typeface=""/>
      </a:majorFont>
      <a:minorFont>
        <a:latin typeface="Cambria"/>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1718</TotalTime>
  <Words>1107</Words>
  <Application>Microsoft Office PowerPoint</Application>
  <PresentationFormat>On-screen Show (4:3)</PresentationFormat>
  <Paragraphs>179</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vt:lpstr>
      <vt:lpstr>Calibri</vt:lpstr>
      <vt:lpstr>Cambria</vt:lpstr>
      <vt:lpstr>hero-new</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vani</dc:creator>
  <cp:lastModifiedBy>thanuja kunati</cp:lastModifiedBy>
  <cp:revision>29</cp:revision>
  <dcterms:created xsi:type="dcterms:W3CDTF">2022-04-08T06:23:10Z</dcterms:created>
  <dcterms:modified xsi:type="dcterms:W3CDTF">2022-05-05T14:07:03Z</dcterms:modified>
</cp:coreProperties>
</file>